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1.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drawingml.chart+xml" PartName="/ppt/charts/chart1.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ms-office.chartstyle+xml" PartName="/ppt/charts/style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1" r:id="rId6"/>
    <p:sldMasterId id="2147483663" r:id="rId7"/>
    <p:sldMasterId id="2147483670" r:id="rId8"/>
    <p:sldMasterId id="2147483671"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Lst>
  <p:sldSz cy="6858000" cx="12192000"/>
  <p:notesSz cx="6858000" cy="9144000"/>
  <p:embeddedFontLst>
    <p:embeddedFont>
      <p:font typeface="Play"/>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387">
          <p15:clr>
            <a:srgbClr val="A4A3A4"/>
          </p15:clr>
        </p15:guide>
        <p15:guide id="2" pos="3840">
          <p15:clr>
            <a:srgbClr val="A4A3A4"/>
          </p15:clr>
        </p15:guide>
      </p15:sldGuideLst>
    </p:ext>
    <p:ext uri="GoogleSlidesCustomDataVersion2">
      <go:slidesCustomData xmlns:go="http://customooxmlschemas.google.com/" r:id="rId23" roundtripDataSignature="AMtx7mgL4PRqVIgr5xSTR6VGAlRokO77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9A3DEE3-B77C-4360-BB56-CF169C9F24AC}">
  <a:tblStyle styleId="{99A3DEE3-B77C-4360-BB56-CF169C9F24AC}" styleName="Table_0">
    <a:wholeTbl>
      <a:tcTxStyle b="off" i="off">
        <a:font>
          <a:latin typeface="Arial"/>
          <a:ea typeface="Arial"/>
          <a:cs typeface="Arial"/>
        </a:font>
        <a:schemeClr val="dk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tcBdr>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tcBdr>
      </a:tcStyle>
    </a:band1H>
    <a:band2H>
      <a:tcTxStyle/>
    </a:band2H>
    <a:band1V>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cBdr>
      </a:tcStyle>
    </a:band1V>
    <a:band2V>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tcStyle>
    </a:lastRow>
    <a:seCell>
      <a:tcTxStyle/>
    </a:seCell>
    <a:swCell>
      <a:tcTxStyle/>
    </a:swCell>
    <a:firstRow>
      <a:tcTxStyle b="on" i="off">
        <a:font>
          <a:latin typeface="Arial"/>
          <a:ea typeface="Arial"/>
          <a:cs typeface="Arial"/>
        </a:font>
        <a:schemeClr val="lt1"/>
      </a:tcTxStyle>
      <a:tcStyle>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387"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0.xml"/><Relationship Id="rId11" Type="http://schemas.openxmlformats.org/officeDocument/2006/relationships/slide" Target="slides/slide1.xml"/><Relationship Id="rId22" Type="http://schemas.openxmlformats.org/officeDocument/2006/relationships/font" Target="fonts/Play-bold.fntdata"/><Relationship Id="rId10" Type="http://schemas.openxmlformats.org/officeDocument/2006/relationships/notesMaster" Target="notesMasters/notesMaster1.xml"/><Relationship Id="rId21" Type="http://schemas.openxmlformats.org/officeDocument/2006/relationships/font" Target="fonts/Play-regular.fntdata"/><Relationship Id="rId13" Type="http://schemas.openxmlformats.org/officeDocument/2006/relationships/slide" Target="slides/slide3.xml"/><Relationship Id="rId12" Type="http://schemas.openxmlformats.org/officeDocument/2006/relationships/slide" Target="slides/slide2.xml"/><Relationship Id="rId23" Type="http://customschemas.google.com/relationships/presentationmetadata" Target="metadata"/><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15" Type="http://schemas.openxmlformats.org/officeDocument/2006/relationships/slide" Target="slides/slide5.xml"/><Relationship Id="rId14" Type="http://schemas.openxmlformats.org/officeDocument/2006/relationships/slide" Target="slides/slide4.xml"/><Relationship Id="rId17" Type="http://schemas.openxmlformats.org/officeDocument/2006/relationships/slide" Target="slides/slide7.xml"/><Relationship Id="rId16" Type="http://schemas.openxmlformats.org/officeDocument/2006/relationships/slide" Target="slides/slide6.xml"/><Relationship Id="rId5" Type="http://schemas.openxmlformats.org/officeDocument/2006/relationships/slideMaster" Target="slideMasters/slideMaster1.xml"/><Relationship Id="rId19" Type="http://schemas.openxmlformats.org/officeDocument/2006/relationships/slide" Target="slides/slide9.xml"/><Relationship Id="rId6" Type="http://schemas.openxmlformats.org/officeDocument/2006/relationships/slideMaster" Target="slideMasters/slideMaster2.xml"/><Relationship Id="rId18" Type="http://schemas.openxmlformats.org/officeDocument/2006/relationships/slide" Target="slides/slide8.xml"/><Relationship Id="rId7" Type="http://schemas.openxmlformats.org/officeDocument/2006/relationships/slideMaster" Target="slideMasters/slideMaster3.xml"/><Relationship Id="rId8" Type="http://schemas.openxmlformats.org/officeDocument/2006/relationships/slideMaster" Target="slideMasters/slideMaster4.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752E-4DF4-A50B-5A4BC0EAC415}"/>
              </c:ext>
            </c:extLst>
          </c:dPt>
          <c:dPt>
            <c:idx val="1"/>
            <c:bubble3D val="0"/>
            <c:spPr>
              <a:solidFill>
                <a:schemeClr val="accent2"/>
              </a:solidFill>
              <a:ln w="19050">
                <a:noFill/>
              </a:ln>
              <a:effectLst/>
            </c:spPr>
            <c:extLst>
              <c:ext xmlns:c16="http://schemas.microsoft.com/office/drawing/2014/chart" uri="{C3380CC4-5D6E-409C-BE32-E72D297353CC}">
                <c16:uniqueId val="{00000003-752E-4DF4-A50B-5A4BC0EAC415}"/>
              </c:ext>
            </c:extLst>
          </c:dPt>
          <c:dPt>
            <c:idx val="2"/>
            <c:bubble3D val="0"/>
            <c:spPr>
              <a:solidFill>
                <a:schemeClr val="accent4"/>
              </a:solidFill>
              <a:ln w="19050">
                <a:noFill/>
              </a:ln>
              <a:effectLst/>
            </c:spPr>
            <c:extLst>
              <c:ext xmlns:c16="http://schemas.microsoft.com/office/drawing/2014/chart" uri="{C3380CC4-5D6E-409C-BE32-E72D297353CC}">
                <c16:uniqueId val="{00000005-752E-4DF4-A50B-5A4BC0EAC415}"/>
              </c:ext>
            </c:extLst>
          </c:dPt>
          <c:cat>
            <c:strRef>
              <c:f>Sheet1!$A$2:$A$4</c:f>
              <c:strCache>
                <c:ptCount val="3"/>
                <c:pt idx="0">
                  <c:v>1st Qtr</c:v>
                </c:pt>
                <c:pt idx="1">
                  <c:v>2nd Qtr</c:v>
                </c:pt>
                <c:pt idx="2">
                  <c:v>3rd Qtr</c:v>
                </c:pt>
              </c:strCache>
            </c:strRef>
          </c:cat>
          <c:val>
            <c:numRef>
              <c:f>Sheet1!$B$2:$B$4</c:f>
              <c:numCache>
                <c:formatCode>0%</c:formatCode>
                <c:ptCount val="3"/>
                <c:pt idx="0">
                  <c:v>0.5</c:v>
                </c:pt>
                <c:pt idx="1">
                  <c:v>0.35</c:v>
                </c:pt>
                <c:pt idx="2">
                  <c:v>0.15</c:v>
                </c:pt>
              </c:numCache>
            </c:numRef>
          </c:val>
          <c:extLst>
            <c:ext xmlns:c16="http://schemas.microsoft.com/office/drawing/2014/chart" uri="{C3380CC4-5D6E-409C-BE32-E72D297353CC}">
              <c16:uniqueId val="{00000006-752E-4DF4-A50B-5A4BC0EAC415}"/>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223" name="Google Shape;22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30" name="Google Shape;2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46" name="Google Shape;24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67" name="Google Shape;26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74" name="Google Shape;27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07" name="Google Shape;30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14" name="Google Shape;31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45" name="Google Shape;34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 name="Google Shape;35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jp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_2">
  <p:cSld name="Cover_2">
    <p:spTree>
      <p:nvGrpSpPr>
        <p:cNvPr id="15" name="Shape 15"/>
        <p:cNvGrpSpPr/>
        <p:nvPr/>
      </p:nvGrpSpPr>
      <p:grpSpPr>
        <a:xfrm>
          <a:off x="0" y="0"/>
          <a:ext cx="0" cy="0"/>
          <a:chOff x="0" y="0"/>
          <a:chExt cx="0" cy="0"/>
        </a:xfrm>
      </p:grpSpPr>
      <p:pic>
        <p:nvPicPr>
          <p:cNvPr id="16" name="Google Shape;16;p12"/>
          <p:cNvPicPr preferRelativeResize="0"/>
          <p:nvPr/>
        </p:nvPicPr>
        <p:blipFill rotWithShape="1">
          <a:blip r:embed="rId2">
            <a:alphaModFix/>
          </a:blip>
          <a:srcRect b="0" l="0" r="0" t="0"/>
          <a:stretch/>
        </p:blipFill>
        <p:spPr>
          <a:xfrm>
            <a:off x="0" y="-10093"/>
            <a:ext cx="12197224" cy="6868093"/>
          </a:xfrm>
          <a:prstGeom prst="rect">
            <a:avLst/>
          </a:prstGeom>
          <a:noFill/>
          <a:ln>
            <a:noFill/>
          </a:ln>
        </p:spPr>
      </p:pic>
      <p:sp>
        <p:nvSpPr>
          <p:cNvPr id="17" name="Google Shape;17;p12"/>
          <p:cNvSpPr txBox="1"/>
          <p:nvPr>
            <p:ph type="ctrTitle"/>
          </p:nvPr>
        </p:nvSpPr>
        <p:spPr>
          <a:xfrm>
            <a:off x="342000" y="4804229"/>
            <a:ext cx="5971714" cy="541770"/>
          </a:xfrm>
          <a:prstGeom prst="rect">
            <a:avLst/>
          </a:prstGeom>
          <a:noFill/>
          <a:ln>
            <a:noFill/>
          </a:ln>
        </p:spPr>
        <p:txBody>
          <a:bodyPr anchorCtr="0" anchor="b" bIns="45700" lIns="91425" spcFirstLastPara="1" rIns="91425" wrap="square" tIns="45700">
            <a:normAutofit/>
          </a:bodyPr>
          <a:lstStyle>
            <a:lvl1pPr lvl="0" marR="0" algn="l">
              <a:lnSpc>
                <a:spcPct val="90000"/>
              </a:lnSpc>
              <a:spcBef>
                <a:spcPts val="0"/>
              </a:spcBef>
              <a:spcAft>
                <a:spcPts val="0"/>
              </a:spcAft>
              <a:buClr>
                <a:schemeClr val="lt1"/>
              </a:buClr>
              <a:buSzPts val="3600"/>
              <a:buFont typeface="Trebuchet MS"/>
              <a:buNone/>
              <a:defRPr b="1" i="0" sz="3600" u="none" cap="none" strike="noStrike">
                <a:solidFill>
                  <a:schemeClr val="lt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 name="Google Shape;18;p12"/>
          <p:cNvSpPr txBox="1"/>
          <p:nvPr>
            <p:ph idx="1" type="subTitle"/>
          </p:nvPr>
        </p:nvSpPr>
        <p:spPr>
          <a:xfrm>
            <a:off x="342000" y="5346000"/>
            <a:ext cx="5971714" cy="417102"/>
          </a:xfrm>
          <a:prstGeom prst="rect">
            <a:avLst/>
          </a:prstGeom>
          <a:noFill/>
          <a:ln>
            <a:noFill/>
          </a:ln>
        </p:spPr>
        <p:txBody>
          <a:bodyPr anchorCtr="0" anchor="t" bIns="45700" lIns="91425" spcFirstLastPara="1" rIns="91425" wrap="square" tIns="45700">
            <a:normAutofit/>
          </a:bodyPr>
          <a:lstStyle>
            <a:lvl1pPr lvl="0" marR="0" algn="l">
              <a:lnSpc>
                <a:spcPct val="90000"/>
              </a:lnSpc>
              <a:spcBef>
                <a:spcPts val="1000"/>
              </a:spcBef>
              <a:spcAft>
                <a:spcPts val="0"/>
              </a:spcAft>
              <a:buClr>
                <a:schemeClr val="lt1"/>
              </a:buClr>
              <a:buSzPts val="2000"/>
              <a:buFont typeface="Arial"/>
              <a:buNone/>
              <a:defRPr b="0" i="0" sz="2000" u="none" cap="none" strike="noStrike">
                <a:solidFill>
                  <a:schemeClr val="lt1"/>
                </a:solidFill>
                <a:latin typeface="Trebuchet MS"/>
                <a:ea typeface="Trebuchet MS"/>
                <a:cs typeface="Trebuchet MS"/>
                <a:sym typeface="Trebuchet MS"/>
              </a:defRPr>
            </a:lvl1pPr>
            <a:lvl2pPr lvl="1" marR="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
        <p:nvSpPr>
          <p:cNvPr id="19" name="Google Shape;19;p12"/>
          <p:cNvSpPr txBox="1"/>
          <p:nvPr>
            <p:ph idx="2" type="body"/>
          </p:nvPr>
        </p:nvSpPr>
        <p:spPr>
          <a:xfrm>
            <a:off x="341313" y="5776682"/>
            <a:ext cx="5972175" cy="286232"/>
          </a:xfrm>
          <a:prstGeom prst="rect">
            <a:avLst/>
          </a:prstGeom>
          <a:noFill/>
          <a:ln>
            <a:noFill/>
          </a:ln>
        </p:spPr>
        <p:txBody>
          <a:bodyPr anchorCtr="0" anchor="t" bIns="45700" lIns="91425" spcFirstLastPara="1" rIns="91425" wrap="square" tIns="45700">
            <a:spAutoFit/>
          </a:bodyPr>
          <a:lstStyle>
            <a:lvl1pPr indent="-228600" lvl="0" marL="457200" marR="0" algn="l">
              <a:lnSpc>
                <a:spcPct val="90000"/>
              </a:lnSpc>
              <a:spcBef>
                <a:spcPts val="1000"/>
              </a:spcBef>
              <a:spcAft>
                <a:spcPts val="0"/>
              </a:spcAft>
              <a:buClr>
                <a:srgbClr val="00BFDF"/>
              </a:buClr>
              <a:buSzPts val="1400"/>
              <a:buFont typeface="Arial"/>
              <a:buNone/>
              <a:defRPr b="0" i="0" sz="1400" u="none" cap="none" strike="noStrike">
                <a:solidFill>
                  <a:srgbClr val="00BFDF"/>
                </a:solidFill>
                <a:latin typeface="Trebuchet MS"/>
                <a:ea typeface="Trebuchet MS"/>
                <a:cs typeface="Trebuchet MS"/>
                <a:sym typeface="Trebuchet MS"/>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grpSp>
        <p:nvGrpSpPr>
          <p:cNvPr id="20" name="Google Shape;20;p12"/>
          <p:cNvGrpSpPr/>
          <p:nvPr/>
        </p:nvGrpSpPr>
        <p:grpSpPr>
          <a:xfrm>
            <a:off x="6786430" y="5517397"/>
            <a:ext cx="3476258" cy="831800"/>
            <a:chOff x="6786430" y="5517397"/>
            <a:chExt cx="3476258" cy="831800"/>
          </a:xfrm>
        </p:grpSpPr>
        <p:pic>
          <p:nvPicPr>
            <p:cNvPr id="21" name="Google Shape;21;p12"/>
            <p:cNvPicPr preferRelativeResize="0"/>
            <p:nvPr/>
          </p:nvPicPr>
          <p:blipFill rotWithShape="1">
            <a:blip r:embed="rId3">
              <a:alphaModFix/>
            </a:blip>
            <a:srcRect b="0" l="0" r="0" t="0"/>
            <a:stretch/>
          </p:blipFill>
          <p:spPr>
            <a:xfrm>
              <a:off x="6786430" y="5813955"/>
              <a:ext cx="1897212" cy="535242"/>
            </a:xfrm>
            <a:prstGeom prst="rect">
              <a:avLst/>
            </a:prstGeom>
            <a:noFill/>
            <a:ln>
              <a:noFill/>
            </a:ln>
          </p:spPr>
        </p:pic>
        <p:pic>
          <p:nvPicPr>
            <p:cNvPr id="22" name="Google Shape;22;p12"/>
            <p:cNvPicPr preferRelativeResize="0"/>
            <p:nvPr/>
          </p:nvPicPr>
          <p:blipFill rotWithShape="1">
            <a:blip r:embed="rId4">
              <a:alphaModFix/>
            </a:blip>
            <a:srcRect b="0" l="0" r="0" t="0"/>
            <a:stretch/>
          </p:blipFill>
          <p:spPr>
            <a:xfrm>
              <a:off x="9105862" y="5558922"/>
              <a:ext cx="945716" cy="786316"/>
            </a:xfrm>
            <a:prstGeom prst="rect">
              <a:avLst/>
            </a:prstGeom>
            <a:noFill/>
            <a:ln>
              <a:noFill/>
            </a:ln>
          </p:spPr>
        </p:pic>
        <p:cxnSp>
          <p:nvCxnSpPr>
            <p:cNvPr id="23" name="Google Shape;23;p12"/>
            <p:cNvCxnSpPr/>
            <p:nvPr/>
          </p:nvCxnSpPr>
          <p:spPr>
            <a:xfrm>
              <a:off x="10262688" y="5517397"/>
              <a:ext cx="0" cy="827841"/>
            </a:xfrm>
            <a:prstGeom prst="straightConnector1">
              <a:avLst/>
            </a:prstGeom>
            <a:noFill/>
            <a:ln cap="flat" cmpd="sng" w="9525">
              <a:solidFill>
                <a:srgbClr val="D1D3D4"/>
              </a:solidFill>
              <a:prstDash val="solid"/>
              <a:miter lim="800000"/>
              <a:headEnd len="sm" w="sm" type="none"/>
              <a:tailEnd len="sm" w="sm" type="none"/>
            </a:ln>
          </p:spPr>
        </p:cxnSp>
        <p:cxnSp>
          <p:nvCxnSpPr>
            <p:cNvPr id="24" name="Google Shape;24;p12"/>
            <p:cNvCxnSpPr/>
            <p:nvPr/>
          </p:nvCxnSpPr>
          <p:spPr>
            <a:xfrm>
              <a:off x="8894752" y="5517397"/>
              <a:ext cx="0" cy="827841"/>
            </a:xfrm>
            <a:prstGeom prst="straightConnector1">
              <a:avLst/>
            </a:prstGeom>
            <a:noFill/>
            <a:ln cap="flat" cmpd="sng" w="9525">
              <a:solidFill>
                <a:srgbClr val="D1D3D4"/>
              </a:solidFill>
              <a:prstDash val="solid"/>
              <a:miter lim="800000"/>
              <a:headEnd len="sm" w="sm" type="none"/>
              <a:tailEnd len="sm" w="sm" type="none"/>
            </a:ln>
          </p:spPr>
        </p:cxnSp>
      </p:grpSp>
    </p:spTree>
  </p:cSld>
  <p:clrMapOvr>
    <a:masterClrMapping/>
  </p:clrMapOvr>
  <p:extLst>
    <p:ext uri="{DCECCB84-F9BA-43D5-87BE-67443E8EF086}">
      <p15:sldGuideLst>
        <p15:guide id="1" orient="horz" pos="399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2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 name="Google Shape;2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0" name="Google Shape;40;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5" name="Google Shape;55;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8" name="Shape 68"/>
        <p:cNvGrpSpPr/>
        <p:nvPr/>
      </p:nvGrpSpPr>
      <p:grpSpPr>
        <a:xfrm>
          <a:off x="0" y="0"/>
          <a:ext cx="0" cy="0"/>
          <a:chOff x="0" y="0"/>
          <a:chExt cx="0" cy="0"/>
        </a:xfrm>
      </p:grpSpPr>
      <p:sp>
        <p:nvSpPr>
          <p:cNvPr id="69" name="Google Shape;6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1" name="Google Shape;71;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5" name="Shape 75"/>
        <p:cNvGrpSpPr/>
        <p:nvPr/>
      </p:nvGrpSpPr>
      <p:grpSpPr>
        <a:xfrm>
          <a:off x="0" y="0"/>
          <a:ext cx="0" cy="0"/>
          <a:chOff x="0" y="0"/>
          <a:chExt cx="0" cy="0"/>
        </a:xfrm>
      </p:grpSpPr>
      <p:sp>
        <p:nvSpPr>
          <p:cNvPr id="76" name="Google Shape;7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30"/>
          <p:cNvSpPr/>
          <p:nvPr>
            <p:ph idx="2" type="pic"/>
          </p:nvPr>
        </p:nvSpPr>
        <p:spPr>
          <a:xfrm>
            <a:off x="5183188" y="987425"/>
            <a:ext cx="6172200" cy="4873625"/>
          </a:xfrm>
          <a:prstGeom prst="rect">
            <a:avLst/>
          </a:prstGeom>
          <a:noFill/>
          <a:ln>
            <a:noFill/>
          </a:ln>
        </p:spPr>
      </p:sp>
      <p:sp>
        <p:nvSpPr>
          <p:cNvPr id="78" name="Google Shape;78;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2" name="Shape 82"/>
        <p:cNvGrpSpPr/>
        <p:nvPr/>
      </p:nvGrpSpPr>
      <p:grpSpPr>
        <a:xfrm>
          <a:off x="0" y="0"/>
          <a:ext cx="0" cy="0"/>
          <a:chOff x="0" y="0"/>
          <a:chExt cx="0" cy="0"/>
        </a:xfrm>
      </p:grpSpPr>
      <p:sp>
        <p:nvSpPr>
          <p:cNvPr id="83" name="Google Shape;8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8" name="Shape 88"/>
        <p:cNvGrpSpPr/>
        <p:nvPr/>
      </p:nvGrpSpPr>
      <p:grpSpPr>
        <a:xfrm>
          <a:off x="0" y="0"/>
          <a:ext cx="0" cy="0"/>
          <a:chOff x="0" y="0"/>
          <a:chExt cx="0" cy="0"/>
        </a:xfrm>
      </p:grpSpPr>
      <p:sp>
        <p:nvSpPr>
          <p:cNvPr id="89" name="Google Shape;89;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solidFill>
          <a:schemeClr val="lt1"/>
        </a:solidFill>
      </p:bgPr>
    </p:bg>
    <p:spTree>
      <p:nvGrpSpPr>
        <p:cNvPr id="98" name="Shape 98"/>
        <p:cNvGrpSpPr/>
        <p:nvPr/>
      </p:nvGrpSpPr>
      <p:grpSpPr>
        <a:xfrm>
          <a:off x="0" y="0"/>
          <a:ext cx="0" cy="0"/>
          <a:chOff x="0" y="0"/>
          <a:chExt cx="0" cy="0"/>
        </a:xfrm>
      </p:grpSpPr>
      <p:sp>
        <p:nvSpPr>
          <p:cNvPr id="99" name="Google Shape;99;p14"/>
          <p:cNvSpPr txBox="1"/>
          <p:nvPr/>
        </p:nvSpPr>
        <p:spPr>
          <a:xfrm>
            <a:off x="393292" y="6503363"/>
            <a:ext cx="762000"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fld id="{00000000-1234-1234-1234-123412341234}" type="slidenum">
              <a:rPr b="0" i="0" lang="en-US" sz="900" u="none" cap="none" strike="noStrike">
                <a:solidFill>
                  <a:srgbClr val="595959"/>
                </a:solidFill>
                <a:latin typeface="Trebuchet MS"/>
                <a:ea typeface="Trebuchet MS"/>
                <a:cs typeface="Trebuchet MS"/>
                <a:sym typeface="Trebuchet MS"/>
              </a:rPr>
              <a:t>‹#›</a:t>
            </a:fld>
            <a:endParaRPr b="0" i="0" sz="1100" u="none" cap="none" strike="noStrike">
              <a:solidFill>
                <a:srgbClr val="595959"/>
              </a:solidFill>
              <a:latin typeface="Trebuchet MS"/>
              <a:ea typeface="Trebuchet MS"/>
              <a:cs typeface="Trebuchet MS"/>
              <a:sym typeface="Trebuchet MS"/>
            </a:endParaRPr>
          </a:p>
        </p:txBody>
      </p:sp>
      <p:sp>
        <p:nvSpPr>
          <p:cNvPr id="100" name="Google Shape;100;p14"/>
          <p:cNvSpPr txBox="1"/>
          <p:nvPr>
            <p:ph idx="1" type="body"/>
          </p:nvPr>
        </p:nvSpPr>
        <p:spPr>
          <a:xfrm>
            <a:off x="341298" y="199404"/>
            <a:ext cx="11407790" cy="424691"/>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0"/>
              </a:spcBef>
              <a:spcAft>
                <a:spcPts val="0"/>
              </a:spcAft>
              <a:buClr>
                <a:srgbClr val="284181"/>
              </a:buClr>
              <a:buSzPts val="2800"/>
              <a:buFont typeface="Arial"/>
              <a:buNone/>
              <a:defRPr b="1" i="0" sz="2400" u="none" cap="none" strike="noStrike">
                <a:solidFill>
                  <a:srgbClr val="284181"/>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101" name="Google Shape;101;p14"/>
          <p:cNvSpPr txBox="1"/>
          <p:nvPr/>
        </p:nvSpPr>
        <p:spPr>
          <a:xfrm>
            <a:off x="3446860" y="6531062"/>
            <a:ext cx="5298281" cy="203133"/>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595959"/>
              </a:buClr>
              <a:buSzPts val="800"/>
              <a:buFont typeface="Arial"/>
              <a:buNone/>
            </a:pPr>
            <a:r>
              <a:rPr b="0" i="0" lang="en-US" sz="800" u="none" cap="none" strike="noStrike">
                <a:solidFill>
                  <a:srgbClr val="595959"/>
                </a:solidFill>
                <a:latin typeface="Trebuchet MS"/>
                <a:ea typeface="Trebuchet MS"/>
                <a:cs typeface="Trebuchet MS"/>
                <a:sym typeface="Trebuchet MS"/>
              </a:rPr>
              <a:t> All rights reserved. This document is proprietary and confidential.</a:t>
            </a:r>
            <a:endParaRPr b="0" i="0" sz="1400" u="none" cap="none" strike="noStrike">
              <a:solidFill>
                <a:srgbClr val="000000"/>
              </a:solidFill>
              <a:latin typeface="Arial"/>
              <a:ea typeface="Arial"/>
              <a:cs typeface="Arial"/>
              <a:sym typeface="Arial"/>
            </a:endParaRPr>
          </a:p>
        </p:txBody>
      </p:sp>
      <p:sp>
        <p:nvSpPr>
          <p:cNvPr id="102" name="Google Shape;102;p14"/>
          <p:cNvSpPr txBox="1"/>
          <p:nvPr>
            <p:ph idx="2" type="body"/>
          </p:nvPr>
        </p:nvSpPr>
        <p:spPr>
          <a:xfrm>
            <a:off x="344740" y="751703"/>
            <a:ext cx="11404348" cy="313892"/>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0"/>
              </a:spcBef>
              <a:spcAft>
                <a:spcPts val="0"/>
              </a:spcAft>
              <a:buClr>
                <a:srgbClr val="00BFDF"/>
              </a:buClr>
              <a:buSzPts val="1800"/>
              <a:buFont typeface="Arial"/>
              <a:buNone/>
              <a:defRPr b="1" i="0" sz="1600" u="none" cap="none" strike="noStrike">
                <a:solidFill>
                  <a:srgbClr val="00BFDF"/>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103" name="Google Shape;103;p14"/>
          <p:cNvSpPr txBox="1"/>
          <p:nvPr>
            <p:ph idx="3" type="body"/>
          </p:nvPr>
        </p:nvSpPr>
        <p:spPr>
          <a:xfrm>
            <a:off x="341313" y="1238250"/>
            <a:ext cx="11407775" cy="4849813"/>
          </a:xfrm>
          <a:prstGeom prst="rect">
            <a:avLst/>
          </a:prstGeom>
          <a:noFill/>
          <a:ln>
            <a:noFill/>
          </a:ln>
        </p:spPr>
        <p:txBody>
          <a:bodyPr anchorCtr="0" anchor="t" bIns="45700" lIns="91425" spcFirstLastPara="1" rIns="91425" wrap="square" tIns="45700">
            <a:noAutofit/>
          </a:bodyPr>
          <a:lstStyle>
            <a:lvl1pPr indent="-355600" lvl="0" marL="457200" marR="0" rtl="0" algn="l">
              <a:lnSpc>
                <a:spcPct val="90000"/>
              </a:lnSpc>
              <a:spcBef>
                <a:spcPts val="1000"/>
              </a:spcBef>
              <a:spcAft>
                <a:spcPts val="0"/>
              </a:spcAft>
              <a:buClr>
                <a:srgbClr val="5A5A5A"/>
              </a:buClr>
              <a:buSzPts val="2000"/>
              <a:buFont typeface="Arial"/>
              <a:buChar char="•"/>
              <a:defRPr b="0" i="0" sz="2000" u="none" cap="none" strike="noStrike">
                <a:solidFill>
                  <a:srgbClr val="5A5A5A"/>
                </a:solidFill>
                <a:latin typeface="Trebuchet MS"/>
                <a:ea typeface="Trebuchet MS"/>
                <a:cs typeface="Trebuchet MS"/>
                <a:sym typeface="Trebuchet MS"/>
              </a:defRPr>
            </a:lvl1pPr>
            <a:lvl2pPr indent="-342900" lvl="1" marL="914400" marR="0" rtl="0" algn="l">
              <a:lnSpc>
                <a:spcPct val="90000"/>
              </a:lnSpc>
              <a:spcBef>
                <a:spcPts val="500"/>
              </a:spcBef>
              <a:spcAft>
                <a:spcPts val="0"/>
              </a:spcAft>
              <a:buClr>
                <a:srgbClr val="5A5A5A"/>
              </a:buClr>
              <a:buSzPts val="1800"/>
              <a:buFont typeface="Arial"/>
              <a:buChar char="•"/>
              <a:defRPr b="0" i="0" sz="1800" u="none" cap="none" strike="noStrike">
                <a:solidFill>
                  <a:srgbClr val="5A5A5A"/>
                </a:solidFill>
                <a:latin typeface="Trebuchet MS"/>
                <a:ea typeface="Trebuchet MS"/>
                <a:cs typeface="Trebuchet MS"/>
                <a:sym typeface="Trebuchet MS"/>
              </a:defRPr>
            </a:lvl2pPr>
            <a:lvl3pPr indent="-330200" lvl="2" marL="1371600" marR="0" rtl="0" algn="l">
              <a:lnSpc>
                <a:spcPct val="90000"/>
              </a:lnSpc>
              <a:spcBef>
                <a:spcPts val="500"/>
              </a:spcBef>
              <a:spcAft>
                <a:spcPts val="0"/>
              </a:spcAft>
              <a:buClr>
                <a:srgbClr val="5A5A5A"/>
              </a:buClr>
              <a:buSzPts val="1600"/>
              <a:buFont typeface="Courier New"/>
              <a:buChar char="o"/>
              <a:defRPr b="0" i="0" sz="1600" u="none" cap="none" strike="noStrike">
                <a:solidFill>
                  <a:srgbClr val="5A5A5A"/>
                </a:solidFill>
                <a:latin typeface="Trebuchet MS"/>
                <a:ea typeface="Trebuchet MS"/>
                <a:cs typeface="Trebuchet MS"/>
                <a:sym typeface="Trebuchet MS"/>
              </a:defRPr>
            </a:lvl3pPr>
            <a:lvl4pPr indent="-317500" lvl="3" marL="1828800" marR="0" rtl="0" algn="l">
              <a:lnSpc>
                <a:spcPct val="90000"/>
              </a:lnSpc>
              <a:spcBef>
                <a:spcPts val="500"/>
              </a:spcBef>
              <a:spcAft>
                <a:spcPts val="0"/>
              </a:spcAft>
              <a:buClr>
                <a:srgbClr val="5A5A5A"/>
              </a:buClr>
              <a:buSzPts val="1400"/>
              <a:buFont typeface="Noto Sans Symbols"/>
              <a:buChar char="▪"/>
              <a:defRPr b="0" i="0" sz="1400" u="none" cap="none" strike="noStrike">
                <a:solidFill>
                  <a:srgbClr val="5A5A5A"/>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rgbClr val="5A5A5A"/>
              </a:buClr>
              <a:buSzPts val="1400"/>
              <a:buFont typeface="Arial"/>
              <a:buNone/>
              <a:defRPr b="0" i="0" sz="1400" u="none" cap="none" strike="noStrike">
                <a:solidFill>
                  <a:srgbClr val="5A5A5A"/>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Tree>
  </p:cSld>
  <p:clrMapOvr>
    <a:masterClrMapping/>
  </p:clrMapOvr>
  <p:extLst>
    <p:ext uri="{DCECCB84-F9BA-43D5-87BE-67443E8EF086}">
      <p15:sldGuideLst>
        <p15:guide id="1" orient="horz" pos="459">
          <p15:clr>
            <a:srgbClr val="FBAE40"/>
          </p15:clr>
        </p15:guide>
        <p15:guide id="2" pos="279">
          <p15:clr>
            <a:srgbClr val="FBAE40"/>
          </p15:clr>
        </p15:guide>
        <p15:guide id="3" pos="740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_1">
  <p:cSld name="Cover_1">
    <p:spTree>
      <p:nvGrpSpPr>
        <p:cNvPr id="108" name="Shape 108"/>
        <p:cNvGrpSpPr/>
        <p:nvPr/>
      </p:nvGrpSpPr>
      <p:grpSpPr>
        <a:xfrm>
          <a:off x="0" y="0"/>
          <a:ext cx="0" cy="0"/>
          <a:chOff x="0" y="0"/>
          <a:chExt cx="0" cy="0"/>
        </a:xfrm>
      </p:grpSpPr>
      <p:sp>
        <p:nvSpPr>
          <p:cNvPr id="109" name="Google Shape;109;p16"/>
          <p:cNvSpPr txBox="1"/>
          <p:nvPr>
            <p:ph type="ctrTitle"/>
          </p:nvPr>
        </p:nvSpPr>
        <p:spPr>
          <a:xfrm>
            <a:off x="342000" y="4804229"/>
            <a:ext cx="5971714" cy="541770"/>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284181"/>
              </a:buClr>
              <a:buSzPts val="3600"/>
              <a:buFont typeface="Trebuchet MS"/>
              <a:buNone/>
              <a:defRPr b="1" i="0" sz="3600" u="none" cap="none" strike="noStrike">
                <a:solidFill>
                  <a:srgbClr val="28418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0" name="Google Shape;110;p16"/>
          <p:cNvSpPr txBox="1"/>
          <p:nvPr>
            <p:ph idx="1" type="subTitle"/>
          </p:nvPr>
        </p:nvSpPr>
        <p:spPr>
          <a:xfrm>
            <a:off x="342000" y="5346000"/>
            <a:ext cx="5971714" cy="417102"/>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rgbClr val="5A5A5A"/>
              </a:buClr>
              <a:buSzPts val="2000"/>
              <a:buFont typeface="Arial"/>
              <a:buNone/>
              <a:defRPr b="0" i="0" sz="2000" u="none" cap="none" strike="noStrike">
                <a:solidFill>
                  <a:srgbClr val="5A5A5A"/>
                </a:solidFill>
                <a:latin typeface="Trebuchet MS"/>
                <a:ea typeface="Trebuchet MS"/>
                <a:cs typeface="Trebuchet MS"/>
                <a:sym typeface="Trebuchet MS"/>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Trebuchet MS"/>
                <a:ea typeface="Trebuchet MS"/>
                <a:cs typeface="Trebuchet MS"/>
                <a:sym typeface="Trebuchet MS"/>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Trebuchet MS"/>
                <a:ea typeface="Trebuchet MS"/>
                <a:cs typeface="Trebuchet MS"/>
                <a:sym typeface="Trebuchet MS"/>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Trebuchet MS"/>
                <a:ea typeface="Trebuchet MS"/>
                <a:cs typeface="Trebuchet MS"/>
                <a:sym typeface="Trebuchet MS"/>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Trebuchet MS"/>
                <a:ea typeface="Trebuchet MS"/>
                <a:cs typeface="Trebuchet MS"/>
                <a:sym typeface="Trebuchet MS"/>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Trebuchet MS"/>
                <a:ea typeface="Trebuchet MS"/>
                <a:cs typeface="Trebuchet MS"/>
                <a:sym typeface="Trebuchet MS"/>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Trebuchet MS"/>
                <a:ea typeface="Trebuchet MS"/>
                <a:cs typeface="Trebuchet MS"/>
                <a:sym typeface="Trebuchet MS"/>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Trebuchet MS"/>
                <a:ea typeface="Trebuchet MS"/>
                <a:cs typeface="Trebuchet MS"/>
                <a:sym typeface="Trebuchet MS"/>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Trebuchet MS"/>
                <a:ea typeface="Trebuchet MS"/>
                <a:cs typeface="Trebuchet MS"/>
                <a:sym typeface="Trebuchet MS"/>
              </a:defRPr>
            </a:lvl9pPr>
          </a:lstStyle>
          <a:p/>
        </p:txBody>
      </p:sp>
      <p:sp>
        <p:nvSpPr>
          <p:cNvPr id="111" name="Google Shape;111;p16"/>
          <p:cNvSpPr txBox="1"/>
          <p:nvPr>
            <p:ph idx="2" type="body"/>
          </p:nvPr>
        </p:nvSpPr>
        <p:spPr>
          <a:xfrm>
            <a:off x="341313" y="5776682"/>
            <a:ext cx="5972175" cy="286232"/>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1000"/>
              </a:spcBef>
              <a:spcAft>
                <a:spcPts val="0"/>
              </a:spcAft>
              <a:buClr>
                <a:srgbClr val="00BFDF"/>
              </a:buClr>
              <a:buSzPts val="1400"/>
              <a:buFont typeface="Arial"/>
              <a:buNone/>
              <a:defRPr b="0" i="0" sz="1400" u="none" cap="none" strike="noStrike">
                <a:solidFill>
                  <a:srgbClr val="00BFDF"/>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pic>
        <p:nvPicPr>
          <p:cNvPr id="112" name="Google Shape;112;p16"/>
          <p:cNvPicPr preferRelativeResize="0"/>
          <p:nvPr/>
        </p:nvPicPr>
        <p:blipFill rotWithShape="1">
          <a:blip r:embed="rId2">
            <a:alphaModFix/>
          </a:blip>
          <a:srcRect b="0" l="0" r="0" t="0"/>
          <a:stretch/>
        </p:blipFill>
        <p:spPr>
          <a:xfrm>
            <a:off x="2092973" y="0"/>
            <a:ext cx="10111220" cy="6484786"/>
          </a:xfrm>
          <a:prstGeom prst="rect">
            <a:avLst/>
          </a:prstGeom>
          <a:noFill/>
          <a:ln>
            <a:noFill/>
          </a:ln>
        </p:spPr>
      </p:pic>
      <p:pic>
        <p:nvPicPr>
          <p:cNvPr id="113" name="Google Shape;113;p16"/>
          <p:cNvPicPr preferRelativeResize="0"/>
          <p:nvPr/>
        </p:nvPicPr>
        <p:blipFill rotWithShape="1">
          <a:blip r:embed="rId3">
            <a:alphaModFix/>
          </a:blip>
          <a:srcRect b="0" l="0" r="0" t="0"/>
          <a:stretch/>
        </p:blipFill>
        <p:spPr>
          <a:xfrm>
            <a:off x="24893" y="0"/>
            <a:ext cx="12179300" cy="6858000"/>
          </a:xfrm>
          <a:prstGeom prst="rect">
            <a:avLst/>
          </a:prstGeom>
          <a:noFill/>
          <a:ln>
            <a:noFill/>
          </a:ln>
        </p:spPr>
      </p:pic>
      <p:sp>
        <p:nvSpPr>
          <p:cNvPr id="114" name="Google Shape;114;p16"/>
          <p:cNvSpPr/>
          <p:nvPr/>
        </p:nvSpPr>
        <p:spPr>
          <a:xfrm>
            <a:off x="10225825" y="5531329"/>
            <a:ext cx="1854558" cy="106265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Tree>
  </p:cSld>
  <p:clrMapOvr>
    <a:masterClrMapping/>
  </p:clrMapOvr>
  <p:extLst>
    <p:ext uri="{DCECCB84-F9BA-43D5-87BE-67443E8EF086}">
      <p15:sldGuideLst>
        <p15:guide id="1" orient="horz" pos="3997">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chemeClr val="lt1"/>
        </a:solidFill>
      </p:bgPr>
    </p:bg>
    <p:spTree>
      <p:nvGrpSpPr>
        <p:cNvPr id="115" name="Shape 115"/>
        <p:cNvGrpSpPr/>
        <p:nvPr/>
      </p:nvGrpSpPr>
      <p:grpSpPr>
        <a:xfrm>
          <a:off x="0" y="0"/>
          <a:ext cx="0" cy="0"/>
          <a:chOff x="0" y="0"/>
          <a:chExt cx="0" cy="0"/>
        </a:xfrm>
      </p:grpSpPr>
      <p:sp>
        <p:nvSpPr>
          <p:cNvPr id="116" name="Google Shape;116;p17"/>
          <p:cNvSpPr txBox="1"/>
          <p:nvPr/>
        </p:nvSpPr>
        <p:spPr>
          <a:xfrm>
            <a:off x="393292" y="6503363"/>
            <a:ext cx="762000"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US" sz="900" u="none" cap="none" strike="noStrike">
                <a:solidFill>
                  <a:schemeClr val="dk1"/>
                </a:solidFill>
                <a:latin typeface="Trebuchet MS"/>
                <a:ea typeface="Trebuchet MS"/>
                <a:cs typeface="Trebuchet MS"/>
                <a:sym typeface="Trebuchet MS"/>
              </a:rPr>
              <a:t>‹#›</a:t>
            </a:fld>
            <a:endParaRPr b="0" i="0" sz="1100" u="none" cap="none" strike="noStrike">
              <a:solidFill>
                <a:schemeClr val="dk1"/>
              </a:solidFill>
              <a:latin typeface="Trebuchet MS"/>
              <a:ea typeface="Trebuchet MS"/>
              <a:cs typeface="Trebuchet MS"/>
              <a:sym typeface="Trebuchet MS"/>
            </a:endParaRPr>
          </a:p>
        </p:txBody>
      </p:sp>
      <p:sp>
        <p:nvSpPr>
          <p:cNvPr id="117" name="Google Shape;117;p17"/>
          <p:cNvSpPr txBox="1"/>
          <p:nvPr>
            <p:ph idx="1" type="body"/>
          </p:nvPr>
        </p:nvSpPr>
        <p:spPr>
          <a:xfrm>
            <a:off x="341298" y="199404"/>
            <a:ext cx="11407790" cy="480131"/>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1000"/>
              </a:spcBef>
              <a:spcAft>
                <a:spcPts val="0"/>
              </a:spcAft>
              <a:buClr>
                <a:srgbClr val="284181"/>
              </a:buClr>
              <a:buSzPts val="2800"/>
              <a:buFont typeface="Arial"/>
              <a:buNone/>
              <a:defRPr b="1" i="0" sz="2800" u="none" cap="none" strike="noStrike">
                <a:solidFill>
                  <a:srgbClr val="284181"/>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118" name="Google Shape;118;p17"/>
          <p:cNvSpPr txBox="1"/>
          <p:nvPr/>
        </p:nvSpPr>
        <p:spPr>
          <a:xfrm>
            <a:off x="3446860" y="6531062"/>
            <a:ext cx="5298281" cy="203133"/>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800"/>
              <a:buFont typeface="Arial"/>
              <a:buNone/>
            </a:pPr>
            <a:r>
              <a:rPr b="0" i="0" lang="en-US" sz="800" u="none" cap="none" strike="noStrike">
                <a:solidFill>
                  <a:schemeClr val="dk1"/>
                </a:solidFill>
                <a:latin typeface="Trebuchet MS"/>
                <a:ea typeface="Trebuchet MS"/>
                <a:cs typeface="Trebuchet MS"/>
                <a:sym typeface="Trebuchet MS"/>
              </a:rPr>
              <a:t> All rights reserved. This document is proprietary and confidential.</a:t>
            </a:r>
            <a:endParaRPr/>
          </a:p>
        </p:txBody>
      </p:sp>
      <p:sp>
        <p:nvSpPr>
          <p:cNvPr id="119" name="Google Shape;119;p17"/>
          <p:cNvSpPr txBox="1"/>
          <p:nvPr>
            <p:ph idx="2" type="body"/>
          </p:nvPr>
        </p:nvSpPr>
        <p:spPr>
          <a:xfrm>
            <a:off x="341313" y="751704"/>
            <a:ext cx="11407775" cy="53363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5A5A5A"/>
              </a:buClr>
              <a:buSzPts val="1800"/>
              <a:buFont typeface="Arial"/>
              <a:buNone/>
              <a:defRPr b="0" i="0" sz="1800" u="none" cap="none" strike="noStrike">
                <a:solidFill>
                  <a:srgbClr val="5A5A5A"/>
                </a:solidFill>
                <a:latin typeface="Trebuchet MS"/>
                <a:ea typeface="Trebuchet MS"/>
                <a:cs typeface="Trebuchet MS"/>
                <a:sym typeface="Trebuchet MS"/>
              </a:defRPr>
            </a:lvl1pPr>
            <a:lvl2pPr indent="-330200" lvl="1" marL="914400" marR="0" rtl="0" algn="l">
              <a:lnSpc>
                <a:spcPct val="90000"/>
              </a:lnSpc>
              <a:spcBef>
                <a:spcPts val="500"/>
              </a:spcBef>
              <a:spcAft>
                <a:spcPts val="0"/>
              </a:spcAft>
              <a:buClr>
                <a:srgbClr val="5A5A5A"/>
              </a:buClr>
              <a:buSzPts val="1600"/>
              <a:buFont typeface="Arial"/>
              <a:buChar char="•"/>
              <a:defRPr b="0" i="0" sz="1600" u="none" cap="none" strike="noStrike">
                <a:solidFill>
                  <a:srgbClr val="5A5A5A"/>
                </a:solidFill>
                <a:latin typeface="Trebuchet MS"/>
                <a:ea typeface="Trebuchet MS"/>
                <a:cs typeface="Trebuchet MS"/>
                <a:sym typeface="Trebuchet MS"/>
              </a:defRPr>
            </a:lvl2pPr>
            <a:lvl3pPr indent="-317500" lvl="2" marL="1371600" marR="0" rtl="0" algn="l">
              <a:lnSpc>
                <a:spcPct val="90000"/>
              </a:lnSpc>
              <a:spcBef>
                <a:spcPts val="500"/>
              </a:spcBef>
              <a:spcAft>
                <a:spcPts val="0"/>
              </a:spcAft>
              <a:buClr>
                <a:srgbClr val="5A5A5A"/>
              </a:buClr>
              <a:buSzPts val="1400"/>
              <a:buFont typeface="Courier New"/>
              <a:buChar char="o"/>
              <a:defRPr b="0" i="0" sz="1400" u="none" cap="none" strike="noStrike">
                <a:solidFill>
                  <a:srgbClr val="5A5A5A"/>
                </a:solidFill>
                <a:latin typeface="Trebuchet MS"/>
                <a:ea typeface="Trebuchet MS"/>
                <a:cs typeface="Trebuchet MS"/>
                <a:sym typeface="Trebuchet MS"/>
              </a:defRPr>
            </a:lvl3pPr>
            <a:lvl4pPr indent="-304800" lvl="3" marL="1828800" marR="0" rtl="0" algn="l">
              <a:lnSpc>
                <a:spcPct val="90000"/>
              </a:lnSpc>
              <a:spcBef>
                <a:spcPts val="500"/>
              </a:spcBef>
              <a:spcAft>
                <a:spcPts val="0"/>
              </a:spcAft>
              <a:buClr>
                <a:srgbClr val="5A5A5A"/>
              </a:buClr>
              <a:buSzPts val="1200"/>
              <a:buFont typeface="Noto Sans Symbols"/>
              <a:buChar char="▪"/>
              <a:defRPr b="0" i="0" sz="1200" u="none" cap="none" strike="noStrike">
                <a:solidFill>
                  <a:srgbClr val="5A5A5A"/>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rgbClr val="5A5A5A"/>
              </a:buClr>
              <a:buSzPts val="1400"/>
              <a:buFont typeface="Arial"/>
              <a:buNone/>
              <a:defRPr b="0" i="0" sz="1400" u="none" cap="none" strike="noStrike">
                <a:solidFill>
                  <a:srgbClr val="5A5A5A"/>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Tree>
  </p:cSld>
  <p:clrMapOvr>
    <a:masterClrMapping/>
  </p:clrMapOvr>
  <p:extLst>
    <p:ext uri="{DCECCB84-F9BA-43D5-87BE-67443E8EF086}">
      <p15:sldGuideLst>
        <p15:guide id="1" orient="horz" pos="2160">
          <p15:clr>
            <a:srgbClr val="FBAE40"/>
          </p15:clr>
        </p15:guide>
        <p15:guide id="2" pos="279">
          <p15:clr>
            <a:srgbClr val="FBAE40"/>
          </p15:clr>
        </p15:guide>
        <p15:guide id="3" pos="740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solidFill>
          <a:schemeClr val="lt1"/>
        </a:solidFill>
      </p:bgPr>
    </p:bg>
    <p:spTree>
      <p:nvGrpSpPr>
        <p:cNvPr id="120" name="Shape 120"/>
        <p:cNvGrpSpPr/>
        <p:nvPr/>
      </p:nvGrpSpPr>
      <p:grpSpPr>
        <a:xfrm>
          <a:off x="0" y="0"/>
          <a:ext cx="0" cy="0"/>
          <a:chOff x="0" y="0"/>
          <a:chExt cx="0" cy="0"/>
        </a:xfrm>
      </p:grpSpPr>
      <p:sp>
        <p:nvSpPr>
          <p:cNvPr id="121" name="Google Shape;121;p18"/>
          <p:cNvSpPr txBox="1"/>
          <p:nvPr/>
        </p:nvSpPr>
        <p:spPr>
          <a:xfrm>
            <a:off x="393292" y="6503363"/>
            <a:ext cx="762000"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US" sz="900" u="none" cap="none" strike="noStrike">
                <a:solidFill>
                  <a:schemeClr val="dk1"/>
                </a:solidFill>
                <a:latin typeface="Trebuchet MS"/>
                <a:ea typeface="Trebuchet MS"/>
                <a:cs typeface="Trebuchet MS"/>
                <a:sym typeface="Trebuchet MS"/>
              </a:rPr>
              <a:t>‹#›</a:t>
            </a:fld>
            <a:endParaRPr b="0" i="0" sz="1100" u="none" cap="none" strike="noStrike">
              <a:solidFill>
                <a:schemeClr val="dk1"/>
              </a:solidFill>
              <a:latin typeface="Trebuchet MS"/>
              <a:ea typeface="Trebuchet MS"/>
              <a:cs typeface="Trebuchet MS"/>
              <a:sym typeface="Trebuchet MS"/>
            </a:endParaRPr>
          </a:p>
        </p:txBody>
      </p:sp>
      <p:sp>
        <p:nvSpPr>
          <p:cNvPr id="122" name="Google Shape;122;p18"/>
          <p:cNvSpPr txBox="1"/>
          <p:nvPr>
            <p:ph idx="1" type="body"/>
          </p:nvPr>
        </p:nvSpPr>
        <p:spPr>
          <a:xfrm>
            <a:off x="341298" y="199404"/>
            <a:ext cx="11407790" cy="480131"/>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1000"/>
              </a:spcBef>
              <a:spcAft>
                <a:spcPts val="0"/>
              </a:spcAft>
              <a:buClr>
                <a:srgbClr val="284181"/>
              </a:buClr>
              <a:buSzPts val="2800"/>
              <a:buFont typeface="Arial"/>
              <a:buNone/>
              <a:defRPr b="1" i="0" sz="2800" u="none" cap="none" strike="noStrike">
                <a:solidFill>
                  <a:srgbClr val="284181"/>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123" name="Google Shape;123;p18"/>
          <p:cNvSpPr txBox="1"/>
          <p:nvPr/>
        </p:nvSpPr>
        <p:spPr>
          <a:xfrm>
            <a:off x="3446860" y="6531062"/>
            <a:ext cx="5298281" cy="203133"/>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800"/>
              <a:buFont typeface="Arial"/>
              <a:buNone/>
            </a:pPr>
            <a:r>
              <a:rPr b="0" i="0" lang="en-US" sz="800" u="none" cap="none" strike="noStrike">
                <a:solidFill>
                  <a:schemeClr val="dk1"/>
                </a:solidFill>
                <a:latin typeface="Trebuchet MS"/>
                <a:ea typeface="Trebuchet MS"/>
                <a:cs typeface="Trebuchet MS"/>
                <a:sym typeface="Trebuchet MS"/>
              </a:rPr>
              <a:t> All rights reserved. This document is proprietary and confidential.</a:t>
            </a:r>
            <a:endParaRPr/>
          </a:p>
        </p:txBody>
      </p:sp>
      <p:sp>
        <p:nvSpPr>
          <p:cNvPr id="124" name="Google Shape;124;p18"/>
          <p:cNvSpPr txBox="1"/>
          <p:nvPr>
            <p:ph idx="2" type="body"/>
          </p:nvPr>
        </p:nvSpPr>
        <p:spPr>
          <a:xfrm>
            <a:off x="344740" y="751703"/>
            <a:ext cx="11404348" cy="341632"/>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1000"/>
              </a:spcBef>
              <a:spcAft>
                <a:spcPts val="0"/>
              </a:spcAft>
              <a:buClr>
                <a:srgbClr val="00BFDF"/>
              </a:buClr>
              <a:buSzPts val="1800"/>
              <a:buFont typeface="Arial"/>
              <a:buNone/>
              <a:defRPr b="1" i="0" sz="1800" u="none" cap="none" strike="noStrike">
                <a:solidFill>
                  <a:srgbClr val="00BFDF"/>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125" name="Google Shape;125;p18"/>
          <p:cNvSpPr txBox="1"/>
          <p:nvPr>
            <p:ph idx="3" type="body"/>
          </p:nvPr>
        </p:nvSpPr>
        <p:spPr>
          <a:xfrm>
            <a:off x="341313" y="1238250"/>
            <a:ext cx="11407775" cy="4849813"/>
          </a:xfrm>
          <a:prstGeom prst="rect">
            <a:avLst/>
          </a:prstGeom>
          <a:noFill/>
          <a:ln>
            <a:noFill/>
          </a:ln>
        </p:spPr>
        <p:txBody>
          <a:bodyPr anchorCtr="0" anchor="t" bIns="45700" lIns="91425" spcFirstLastPara="1" rIns="91425" wrap="square" tIns="45700">
            <a:noAutofit/>
          </a:bodyPr>
          <a:lstStyle>
            <a:lvl1pPr indent="-355600" lvl="0" marL="457200" marR="0" rtl="0" algn="l">
              <a:lnSpc>
                <a:spcPct val="90000"/>
              </a:lnSpc>
              <a:spcBef>
                <a:spcPts val="1000"/>
              </a:spcBef>
              <a:spcAft>
                <a:spcPts val="0"/>
              </a:spcAft>
              <a:buClr>
                <a:srgbClr val="5A5A5A"/>
              </a:buClr>
              <a:buSzPts val="2000"/>
              <a:buFont typeface="Arial"/>
              <a:buChar char="•"/>
              <a:defRPr b="0" i="0" sz="2000" u="none" cap="none" strike="noStrike">
                <a:solidFill>
                  <a:srgbClr val="5A5A5A"/>
                </a:solidFill>
                <a:latin typeface="Trebuchet MS"/>
                <a:ea typeface="Trebuchet MS"/>
                <a:cs typeface="Trebuchet MS"/>
                <a:sym typeface="Trebuchet MS"/>
              </a:defRPr>
            </a:lvl1pPr>
            <a:lvl2pPr indent="-342900" lvl="1" marL="914400" marR="0" rtl="0" algn="l">
              <a:lnSpc>
                <a:spcPct val="90000"/>
              </a:lnSpc>
              <a:spcBef>
                <a:spcPts val="500"/>
              </a:spcBef>
              <a:spcAft>
                <a:spcPts val="0"/>
              </a:spcAft>
              <a:buClr>
                <a:srgbClr val="5A5A5A"/>
              </a:buClr>
              <a:buSzPts val="1800"/>
              <a:buFont typeface="Arial"/>
              <a:buChar char="•"/>
              <a:defRPr b="0" i="0" sz="1800" u="none" cap="none" strike="noStrike">
                <a:solidFill>
                  <a:srgbClr val="5A5A5A"/>
                </a:solidFill>
                <a:latin typeface="Trebuchet MS"/>
                <a:ea typeface="Trebuchet MS"/>
                <a:cs typeface="Trebuchet MS"/>
                <a:sym typeface="Trebuchet MS"/>
              </a:defRPr>
            </a:lvl2pPr>
            <a:lvl3pPr indent="-330200" lvl="2" marL="1371600" marR="0" rtl="0" algn="l">
              <a:lnSpc>
                <a:spcPct val="90000"/>
              </a:lnSpc>
              <a:spcBef>
                <a:spcPts val="500"/>
              </a:spcBef>
              <a:spcAft>
                <a:spcPts val="0"/>
              </a:spcAft>
              <a:buClr>
                <a:srgbClr val="5A5A5A"/>
              </a:buClr>
              <a:buSzPts val="1600"/>
              <a:buFont typeface="Courier New"/>
              <a:buChar char="o"/>
              <a:defRPr b="0" i="0" sz="1600" u="none" cap="none" strike="noStrike">
                <a:solidFill>
                  <a:srgbClr val="5A5A5A"/>
                </a:solidFill>
                <a:latin typeface="Trebuchet MS"/>
                <a:ea typeface="Trebuchet MS"/>
                <a:cs typeface="Trebuchet MS"/>
                <a:sym typeface="Trebuchet MS"/>
              </a:defRPr>
            </a:lvl3pPr>
            <a:lvl4pPr indent="-317500" lvl="3" marL="1828800" marR="0" rtl="0" algn="l">
              <a:lnSpc>
                <a:spcPct val="90000"/>
              </a:lnSpc>
              <a:spcBef>
                <a:spcPts val="500"/>
              </a:spcBef>
              <a:spcAft>
                <a:spcPts val="0"/>
              </a:spcAft>
              <a:buClr>
                <a:srgbClr val="5A5A5A"/>
              </a:buClr>
              <a:buSzPts val="1400"/>
              <a:buFont typeface="Noto Sans Symbols"/>
              <a:buChar char="▪"/>
              <a:defRPr b="0" i="0" sz="1400" u="none" cap="none" strike="noStrike">
                <a:solidFill>
                  <a:srgbClr val="5A5A5A"/>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rgbClr val="5A5A5A"/>
              </a:buClr>
              <a:buSzPts val="1400"/>
              <a:buFont typeface="Arial"/>
              <a:buNone/>
              <a:defRPr b="0" i="0" sz="1400" u="none" cap="none" strike="noStrike">
                <a:solidFill>
                  <a:srgbClr val="5A5A5A"/>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Tree>
  </p:cSld>
  <p:clrMapOvr>
    <a:masterClrMapping/>
  </p:clrMapOvr>
  <p:extLst>
    <p:ext uri="{DCECCB84-F9BA-43D5-87BE-67443E8EF086}">
      <p15:sldGuideLst>
        <p15:guide id="1" orient="horz" pos="459">
          <p15:clr>
            <a:srgbClr val="FBAE40"/>
          </p15:clr>
        </p15:guide>
        <p15:guide id="2" pos="279">
          <p15:clr>
            <a:srgbClr val="FBAE40"/>
          </p15:clr>
        </p15:guide>
        <p15:guide id="3" pos="740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bg>
      <p:bgPr>
        <a:solidFill>
          <a:schemeClr val="lt1"/>
        </a:solidFill>
      </p:bgPr>
    </p:bg>
    <p:spTree>
      <p:nvGrpSpPr>
        <p:cNvPr id="126" name="Shape 126"/>
        <p:cNvGrpSpPr/>
        <p:nvPr/>
      </p:nvGrpSpPr>
      <p:grpSpPr>
        <a:xfrm>
          <a:off x="0" y="0"/>
          <a:ext cx="0" cy="0"/>
          <a:chOff x="0" y="0"/>
          <a:chExt cx="0" cy="0"/>
        </a:xfrm>
      </p:grpSpPr>
      <p:sp>
        <p:nvSpPr>
          <p:cNvPr id="127" name="Google Shape;127;p19"/>
          <p:cNvSpPr txBox="1"/>
          <p:nvPr/>
        </p:nvSpPr>
        <p:spPr>
          <a:xfrm>
            <a:off x="393292" y="6503363"/>
            <a:ext cx="762000"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US" sz="900" u="none" cap="none" strike="noStrike">
                <a:solidFill>
                  <a:schemeClr val="dk1"/>
                </a:solidFill>
                <a:latin typeface="Trebuchet MS"/>
                <a:ea typeface="Trebuchet MS"/>
                <a:cs typeface="Trebuchet MS"/>
                <a:sym typeface="Trebuchet MS"/>
              </a:rPr>
              <a:t>‹#›</a:t>
            </a:fld>
            <a:endParaRPr b="0" i="0" sz="1100" u="none" cap="none" strike="noStrike">
              <a:solidFill>
                <a:schemeClr val="dk1"/>
              </a:solidFill>
              <a:latin typeface="Trebuchet MS"/>
              <a:ea typeface="Trebuchet MS"/>
              <a:cs typeface="Trebuchet MS"/>
              <a:sym typeface="Trebuchet MS"/>
            </a:endParaRPr>
          </a:p>
        </p:txBody>
      </p:sp>
      <p:sp>
        <p:nvSpPr>
          <p:cNvPr id="128" name="Google Shape;128;p19"/>
          <p:cNvSpPr txBox="1"/>
          <p:nvPr>
            <p:ph idx="1" type="body"/>
          </p:nvPr>
        </p:nvSpPr>
        <p:spPr>
          <a:xfrm>
            <a:off x="341298" y="199404"/>
            <a:ext cx="11407790" cy="480131"/>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1000"/>
              </a:spcBef>
              <a:spcAft>
                <a:spcPts val="0"/>
              </a:spcAft>
              <a:buClr>
                <a:srgbClr val="284181"/>
              </a:buClr>
              <a:buSzPts val="2800"/>
              <a:buFont typeface="Arial"/>
              <a:buNone/>
              <a:defRPr b="1" i="0" sz="2800" u="none" cap="none" strike="noStrike">
                <a:solidFill>
                  <a:srgbClr val="284181"/>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129" name="Google Shape;129;p19"/>
          <p:cNvSpPr txBox="1"/>
          <p:nvPr/>
        </p:nvSpPr>
        <p:spPr>
          <a:xfrm>
            <a:off x="3446860" y="6531062"/>
            <a:ext cx="5298281" cy="203133"/>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800"/>
              <a:buFont typeface="Arial"/>
              <a:buNone/>
            </a:pPr>
            <a:r>
              <a:rPr b="0" i="0" lang="en-US" sz="800" u="none" cap="none" strike="noStrike">
                <a:solidFill>
                  <a:schemeClr val="dk1"/>
                </a:solidFill>
                <a:latin typeface="Trebuchet MS"/>
                <a:ea typeface="Trebuchet MS"/>
                <a:cs typeface="Trebuchet MS"/>
                <a:sym typeface="Trebuchet MS"/>
              </a:rPr>
              <a:t> All rights reserved. This document is proprietary and confidential.</a:t>
            </a:r>
            <a:endParaRPr/>
          </a:p>
        </p:txBody>
      </p:sp>
      <p:sp>
        <p:nvSpPr>
          <p:cNvPr id="130" name="Google Shape;130;p19"/>
          <p:cNvSpPr txBox="1"/>
          <p:nvPr>
            <p:ph idx="2" type="body"/>
          </p:nvPr>
        </p:nvSpPr>
        <p:spPr>
          <a:xfrm>
            <a:off x="341313" y="751704"/>
            <a:ext cx="11407775" cy="5336360"/>
          </a:xfrm>
          <a:prstGeom prst="rect">
            <a:avLst/>
          </a:prstGeom>
          <a:noFill/>
          <a:ln>
            <a:noFill/>
          </a:ln>
        </p:spPr>
        <p:txBody>
          <a:bodyPr anchorCtr="0" anchor="t" bIns="45700" lIns="91425" spcFirstLastPara="1" rIns="91425" wrap="square" tIns="45700">
            <a:noAutofit/>
          </a:bodyPr>
          <a:lstStyle>
            <a:lvl1pPr indent="-355600" lvl="0" marL="457200" marR="0" rtl="0" algn="l">
              <a:lnSpc>
                <a:spcPct val="90000"/>
              </a:lnSpc>
              <a:spcBef>
                <a:spcPts val="1000"/>
              </a:spcBef>
              <a:spcAft>
                <a:spcPts val="0"/>
              </a:spcAft>
              <a:buClr>
                <a:srgbClr val="5A5A5A"/>
              </a:buClr>
              <a:buSzPts val="2000"/>
              <a:buFont typeface="Arial"/>
              <a:buChar char="•"/>
              <a:defRPr b="0" i="0" sz="2000" u="none" cap="none" strike="noStrike">
                <a:solidFill>
                  <a:srgbClr val="5A5A5A"/>
                </a:solidFill>
                <a:latin typeface="Trebuchet MS"/>
                <a:ea typeface="Trebuchet MS"/>
                <a:cs typeface="Trebuchet MS"/>
                <a:sym typeface="Trebuchet MS"/>
              </a:defRPr>
            </a:lvl1pPr>
            <a:lvl2pPr indent="-342900" lvl="1" marL="914400" marR="0" rtl="0" algn="l">
              <a:lnSpc>
                <a:spcPct val="90000"/>
              </a:lnSpc>
              <a:spcBef>
                <a:spcPts val="500"/>
              </a:spcBef>
              <a:spcAft>
                <a:spcPts val="0"/>
              </a:spcAft>
              <a:buClr>
                <a:srgbClr val="5A5A5A"/>
              </a:buClr>
              <a:buSzPts val="1800"/>
              <a:buFont typeface="Arial"/>
              <a:buChar char="•"/>
              <a:defRPr b="0" i="0" sz="1800" u="none" cap="none" strike="noStrike">
                <a:solidFill>
                  <a:srgbClr val="5A5A5A"/>
                </a:solidFill>
                <a:latin typeface="Trebuchet MS"/>
                <a:ea typeface="Trebuchet MS"/>
                <a:cs typeface="Trebuchet MS"/>
                <a:sym typeface="Trebuchet MS"/>
              </a:defRPr>
            </a:lvl2pPr>
            <a:lvl3pPr indent="-330200" lvl="2" marL="1371600" marR="0" rtl="0" algn="l">
              <a:lnSpc>
                <a:spcPct val="90000"/>
              </a:lnSpc>
              <a:spcBef>
                <a:spcPts val="500"/>
              </a:spcBef>
              <a:spcAft>
                <a:spcPts val="0"/>
              </a:spcAft>
              <a:buClr>
                <a:srgbClr val="5A5A5A"/>
              </a:buClr>
              <a:buSzPts val="1600"/>
              <a:buFont typeface="Courier New"/>
              <a:buChar char="o"/>
              <a:defRPr b="0" i="0" sz="1600" u="none" cap="none" strike="noStrike">
                <a:solidFill>
                  <a:srgbClr val="5A5A5A"/>
                </a:solidFill>
                <a:latin typeface="Trebuchet MS"/>
                <a:ea typeface="Trebuchet MS"/>
                <a:cs typeface="Trebuchet MS"/>
                <a:sym typeface="Trebuchet MS"/>
              </a:defRPr>
            </a:lvl3pPr>
            <a:lvl4pPr indent="-317500" lvl="3" marL="1828800" marR="0" rtl="0" algn="l">
              <a:lnSpc>
                <a:spcPct val="90000"/>
              </a:lnSpc>
              <a:spcBef>
                <a:spcPts val="500"/>
              </a:spcBef>
              <a:spcAft>
                <a:spcPts val="0"/>
              </a:spcAft>
              <a:buClr>
                <a:srgbClr val="5A5A5A"/>
              </a:buClr>
              <a:buSzPts val="1400"/>
              <a:buFont typeface="Noto Sans Symbols"/>
              <a:buChar char="▪"/>
              <a:defRPr b="0" i="0" sz="1400" u="none" cap="none" strike="noStrike">
                <a:solidFill>
                  <a:srgbClr val="5A5A5A"/>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rgbClr val="5A5A5A"/>
              </a:buClr>
              <a:buSzPts val="1400"/>
              <a:buFont typeface="Arial"/>
              <a:buNone/>
              <a:defRPr b="0" i="0" sz="1400" u="none" cap="none" strike="noStrike">
                <a:solidFill>
                  <a:srgbClr val="5A5A5A"/>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Tree>
  </p:cSld>
  <p:clrMapOvr>
    <a:masterClrMapping/>
  </p:clrMapOvr>
  <p:extLst>
    <p:ext uri="{DCECCB84-F9BA-43D5-87BE-67443E8EF086}">
      <p15:sldGuideLst>
        <p15:guide id="1" orient="horz" pos="459">
          <p15:clr>
            <a:srgbClr val="FBAE40"/>
          </p15:clr>
        </p15:guide>
        <p15:guide id="2" pos="279">
          <p15:clr>
            <a:srgbClr val="FBAE40"/>
          </p15:clr>
        </p15:guide>
        <p15:guide id="3" pos="740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bg>
      <p:bgPr>
        <a:solidFill>
          <a:schemeClr val="lt1"/>
        </a:solidFill>
      </p:bgPr>
    </p:bg>
    <p:spTree>
      <p:nvGrpSpPr>
        <p:cNvPr id="131" name="Shape 131"/>
        <p:cNvGrpSpPr/>
        <p:nvPr/>
      </p:nvGrpSpPr>
      <p:grpSpPr>
        <a:xfrm>
          <a:off x="0" y="0"/>
          <a:ext cx="0" cy="0"/>
          <a:chOff x="0" y="0"/>
          <a:chExt cx="0" cy="0"/>
        </a:xfrm>
      </p:grpSpPr>
      <p:sp>
        <p:nvSpPr>
          <p:cNvPr id="132" name="Google Shape;132;p20"/>
          <p:cNvSpPr txBox="1"/>
          <p:nvPr/>
        </p:nvSpPr>
        <p:spPr>
          <a:xfrm>
            <a:off x="393292" y="6503363"/>
            <a:ext cx="762000"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US" sz="900" u="none" cap="none" strike="noStrike">
                <a:solidFill>
                  <a:schemeClr val="dk1"/>
                </a:solidFill>
                <a:latin typeface="Trebuchet MS"/>
                <a:ea typeface="Trebuchet MS"/>
                <a:cs typeface="Trebuchet MS"/>
                <a:sym typeface="Trebuchet MS"/>
              </a:rPr>
              <a:t>‹#›</a:t>
            </a:fld>
            <a:endParaRPr b="0" i="0" sz="1100" u="none" cap="none" strike="noStrike">
              <a:solidFill>
                <a:schemeClr val="dk1"/>
              </a:solidFill>
              <a:latin typeface="Trebuchet MS"/>
              <a:ea typeface="Trebuchet MS"/>
              <a:cs typeface="Trebuchet MS"/>
              <a:sym typeface="Trebuchet MS"/>
            </a:endParaRPr>
          </a:p>
        </p:txBody>
      </p:sp>
      <p:sp>
        <p:nvSpPr>
          <p:cNvPr id="133" name="Google Shape;133;p20"/>
          <p:cNvSpPr txBox="1"/>
          <p:nvPr>
            <p:ph idx="1" type="body"/>
          </p:nvPr>
        </p:nvSpPr>
        <p:spPr>
          <a:xfrm>
            <a:off x="341298" y="199404"/>
            <a:ext cx="11407790" cy="480131"/>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1000"/>
              </a:spcBef>
              <a:spcAft>
                <a:spcPts val="0"/>
              </a:spcAft>
              <a:buClr>
                <a:srgbClr val="284181"/>
              </a:buClr>
              <a:buSzPts val="2800"/>
              <a:buFont typeface="Arial"/>
              <a:buNone/>
              <a:defRPr b="1" i="0" sz="2800" u="none" cap="none" strike="noStrike">
                <a:solidFill>
                  <a:srgbClr val="284181"/>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134" name="Google Shape;134;p20"/>
          <p:cNvSpPr txBox="1"/>
          <p:nvPr/>
        </p:nvSpPr>
        <p:spPr>
          <a:xfrm>
            <a:off x="3446860" y="6531062"/>
            <a:ext cx="5298281" cy="203133"/>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800"/>
              <a:buFont typeface="Arial"/>
              <a:buNone/>
            </a:pPr>
            <a:r>
              <a:rPr b="0" i="0" lang="en-US" sz="800" u="none" cap="none" strike="noStrike">
                <a:solidFill>
                  <a:schemeClr val="dk1"/>
                </a:solidFill>
                <a:latin typeface="Trebuchet MS"/>
                <a:ea typeface="Trebuchet MS"/>
                <a:cs typeface="Trebuchet MS"/>
                <a:sym typeface="Trebuchet MS"/>
              </a:rPr>
              <a:t> All rights reserved. This document is proprietary and confidential.</a:t>
            </a:r>
            <a:endParaRPr/>
          </a:p>
        </p:txBody>
      </p:sp>
      <p:sp>
        <p:nvSpPr>
          <p:cNvPr id="135" name="Google Shape;135;p20"/>
          <p:cNvSpPr txBox="1"/>
          <p:nvPr>
            <p:ph idx="2" type="body"/>
          </p:nvPr>
        </p:nvSpPr>
        <p:spPr>
          <a:xfrm>
            <a:off x="344740" y="751703"/>
            <a:ext cx="11404348" cy="341632"/>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1000"/>
              </a:spcBef>
              <a:spcAft>
                <a:spcPts val="0"/>
              </a:spcAft>
              <a:buClr>
                <a:srgbClr val="00BFDF"/>
              </a:buClr>
              <a:buSzPts val="1800"/>
              <a:buFont typeface="Arial"/>
              <a:buNone/>
              <a:defRPr b="1" i="0" sz="1800" u="none" cap="none" strike="noStrike">
                <a:solidFill>
                  <a:srgbClr val="00BFDF"/>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136" name="Google Shape;136;p20"/>
          <p:cNvSpPr txBox="1"/>
          <p:nvPr>
            <p:ph idx="3" type="body"/>
          </p:nvPr>
        </p:nvSpPr>
        <p:spPr>
          <a:xfrm>
            <a:off x="341313" y="1238250"/>
            <a:ext cx="11407775" cy="484981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5A5A5A"/>
              </a:buClr>
              <a:buSzPts val="1800"/>
              <a:buFont typeface="Arial"/>
              <a:buNone/>
              <a:defRPr b="0" i="0" sz="1800" u="none" cap="none" strike="noStrike">
                <a:solidFill>
                  <a:srgbClr val="5A5A5A"/>
                </a:solidFill>
                <a:latin typeface="Trebuchet MS"/>
                <a:ea typeface="Trebuchet MS"/>
                <a:cs typeface="Trebuchet MS"/>
                <a:sym typeface="Trebuchet MS"/>
              </a:defRPr>
            </a:lvl1pPr>
            <a:lvl2pPr indent="-330200" lvl="1" marL="914400" marR="0" rtl="0" algn="l">
              <a:lnSpc>
                <a:spcPct val="90000"/>
              </a:lnSpc>
              <a:spcBef>
                <a:spcPts val="500"/>
              </a:spcBef>
              <a:spcAft>
                <a:spcPts val="0"/>
              </a:spcAft>
              <a:buClr>
                <a:srgbClr val="5A5A5A"/>
              </a:buClr>
              <a:buSzPts val="1600"/>
              <a:buFont typeface="Arial"/>
              <a:buChar char="•"/>
              <a:defRPr b="0" i="0" sz="1600" u="none" cap="none" strike="noStrike">
                <a:solidFill>
                  <a:srgbClr val="5A5A5A"/>
                </a:solidFill>
                <a:latin typeface="Trebuchet MS"/>
                <a:ea typeface="Trebuchet MS"/>
                <a:cs typeface="Trebuchet MS"/>
                <a:sym typeface="Trebuchet MS"/>
              </a:defRPr>
            </a:lvl2pPr>
            <a:lvl3pPr indent="-317500" lvl="2" marL="1371600" marR="0" rtl="0" algn="l">
              <a:lnSpc>
                <a:spcPct val="90000"/>
              </a:lnSpc>
              <a:spcBef>
                <a:spcPts val="500"/>
              </a:spcBef>
              <a:spcAft>
                <a:spcPts val="0"/>
              </a:spcAft>
              <a:buClr>
                <a:srgbClr val="5A5A5A"/>
              </a:buClr>
              <a:buSzPts val="1400"/>
              <a:buFont typeface="Courier New"/>
              <a:buChar char="o"/>
              <a:defRPr b="0" i="0" sz="1400" u="none" cap="none" strike="noStrike">
                <a:solidFill>
                  <a:srgbClr val="5A5A5A"/>
                </a:solidFill>
                <a:latin typeface="Trebuchet MS"/>
                <a:ea typeface="Trebuchet MS"/>
                <a:cs typeface="Trebuchet MS"/>
                <a:sym typeface="Trebuchet MS"/>
              </a:defRPr>
            </a:lvl3pPr>
            <a:lvl4pPr indent="-304800" lvl="3" marL="1828800" marR="0" rtl="0" algn="l">
              <a:lnSpc>
                <a:spcPct val="90000"/>
              </a:lnSpc>
              <a:spcBef>
                <a:spcPts val="500"/>
              </a:spcBef>
              <a:spcAft>
                <a:spcPts val="0"/>
              </a:spcAft>
              <a:buClr>
                <a:srgbClr val="5A5A5A"/>
              </a:buClr>
              <a:buSzPts val="1200"/>
              <a:buFont typeface="Noto Sans Symbols"/>
              <a:buChar char="▪"/>
              <a:defRPr b="0" i="0" sz="1200" u="none" cap="none" strike="noStrike">
                <a:solidFill>
                  <a:srgbClr val="5A5A5A"/>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rgbClr val="5A5A5A"/>
              </a:buClr>
              <a:buSzPts val="1400"/>
              <a:buFont typeface="Arial"/>
              <a:buNone/>
              <a:defRPr b="0" i="0" sz="1400" u="none" cap="none" strike="noStrike">
                <a:solidFill>
                  <a:srgbClr val="5A5A5A"/>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Tree>
  </p:cSld>
  <p:clrMapOvr>
    <a:masterClrMapping/>
  </p:clrMapOvr>
  <p:extLst>
    <p:ext uri="{DCECCB84-F9BA-43D5-87BE-67443E8EF086}">
      <p15:sldGuideLst>
        <p15:guide id="1" orient="horz" pos="459">
          <p15:clr>
            <a:srgbClr val="FBAE40"/>
          </p15:clr>
        </p15:guide>
        <p15:guide id="2" pos="279">
          <p15:clr>
            <a:srgbClr val="FBAE40"/>
          </p15:clr>
        </p15:guide>
        <p15:guide id="3" pos="740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37" name="Shape 137"/>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2" name="Shape 152"/>
        <p:cNvGrpSpPr/>
        <p:nvPr/>
      </p:nvGrpSpPr>
      <p:grpSpPr>
        <a:xfrm>
          <a:off x="0" y="0"/>
          <a:ext cx="0" cy="0"/>
          <a:chOff x="0" y="0"/>
          <a:chExt cx="0" cy="0"/>
        </a:xfrm>
      </p:grpSpPr>
      <p:sp>
        <p:nvSpPr>
          <p:cNvPr id="153" name="Google Shape;153;p3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 name="Google Shape;154;p3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5" name="Google Shape;155;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8" name="Shape 158"/>
        <p:cNvGrpSpPr/>
        <p:nvPr/>
      </p:nvGrpSpPr>
      <p:grpSpPr>
        <a:xfrm>
          <a:off x="0" y="0"/>
          <a:ext cx="0" cy="0"/>
          <a:chOff x="0" y="0"/>
          <a:chExt cx="0" cy="0"/>
        </a:xfrm>
      </p:grpSpPr>
      <p:sp>
        <p:nvSpPr>
          <p:cNvPr id="159" name="Google Shape;159;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 name="Google Shape;161;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4" name="Shape 164"/>
        <p:cNvGrpSpPr/>
        <p:nvPr/>
      </p:nvGrpSpPr>
      <p:grpSpPr>
        <a:xfrm>
          <a:off x="0" y="0"/>
          <a:ext cx="0" cy="0"/>
          <a:chOff x="0" y="0"/>
          <a:chExt cx="0" cy="0"/>
        </a:xfrm>
      </p:grpSpPr>
      <p:sp>
        <p:nvSpPr>
          <p:cNvPr id="165" name="Google Shape;165;p3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6" name="Google Shape;166;p3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167" name="Google Shape;167;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0" name="Shape 170"/>
        <p:cNvGrpSpPr/>
        <p:nvPr/>
      </p:nvGrpSpPr>
      <p:grpSpPr>
        <a:xfrm>
          <a:off x="0" y="0"/>
          <a:ext cx="0" cy="0"/>
          <a:chOff x="0" y="0"/>
          <a:chExt cx="0" cy="0"/>
        </a:xfrm>
      </p:grpSpPr>
      <p:sp>
        <p:nvSpPr>
          <p:cNvPr id="171" name="Google Shape;171;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 name="Google Shape;172;p3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 name="Google Shape;173;p3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 name="Google Shape;174;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77" name="Shape 177"/>
        <p:cNvGrpSpPr/>
        <p:nvPr/>
      </p:nvGrpSpPr>
      <p:grpSpPr>
        <a:xfrm>
          <a:off x="0" y="0"/>
          <a:ext cx="0" cy="0"/>
          <a:chOff x="0" y="0"/>
          <a:chExt cx="0" cy="0"/>
        </a:xfrm>
      </p:grpSpPr>
      <p:sp>
        <p:nvSpPr>
          <p:cNvPr id="178" name="Google Shape;178;p3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9" name="Google Shape;179;p3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80" name="Google Shape;180;p3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 name="Google Shape;181;p3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82" name="Google Shape;182;p3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3" name="Google Shape;183;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5" name="Google Shape;185;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6" name="Shape 186"/>
        <p:cNvGrpSpPr/>
        <p:nvPr/>
      </p:nvGrpSpPr>
      <p:grpSpPr>
        <a:xfrm>
          <a:off x="0" y="0"/>
          <a:ext cx="0" cy="0"/>
          <a:chOff x="0" y="0"/>
          <a:chExt cx="0" cy="0"/>
        </a:xfrm>
      </p:grpSpPr>
      <p:sp>
        <p:nvSpPr>
          <p:cNvPr id="187" name="Google Shape;187;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8" name="Google Shape;188;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0" name="Google Shape;190;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1" name="Shape 191"/>
        <p:cNvGrpSpPr/>
        <p:nvPr/>
      </p:nvGrpSpPr>
      <p:grpSpPr>
        <a:xfrm>
          <a:off x="0" y="0"/>
          <a:ext cx="0" cy="0"/>
          <a:chOff x="0" y="0"/>
          <a:chExt cx="0" cy="0"/>
        </a:xfrm>
      </p:grpSpPr>
      <p:sp>
        <p:nvSpPr>
          <p:cNvPr id="192" name="Google Shape;192;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95" name="Shape 195"/>
        <p:cNvGrpSpPr/>
        <p:nvPr/>
      </p:nvGrpSpPr>
      <p:grpSpPr>
        <a:xfrm>
          <a:off x="0" y="0"/>
          <a:ext cx="0" cy="0"/>
          <a:chOff x="0" y="0"/>
          <a:chExt cx="0" cy="0"/>
        </a:xfrm>
      </p:grpSpPr>
      <p:sp>
        <p:nvSpPr>
          <p:cNvPr id="196" name="Google Shape;196;p4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7" name="Google Shape;197;p4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98" name="Google Shape;198;p4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99" name="Google Shape;199;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02" name="Shape 202"/>
        <p:cNvGrpSpPr/>
        <p:nvPr/>
      </p:nvGrpSpPr>
      <p:grpSpPr>
        <a:xfrm>
          <a:off x="0" y="0"/>
          <a:ext cx="0" cy="0"/>
          <a:chOff x="0" y="0"/>
          <a:chExt cx="0" cy="0"/>
        </a:xfrm>
      </p:grpSpPr>
      <p:sp>
        <p:nvSpPr>
          <p:cNvPr id="203" name="Google Shape;203;p4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4" name="Google Shape;204;p43"/>
          <p:cNvSpPr/>
          <p:nvPr>
            <p:ph idx="2" type="pic"/>
          </p:nvPr>
        </p:nvSpPr>
        <p:spPr>
          <a:xfrm>
            <a:off x="5183188" y="987425"/>
            <a:ext cx="6172200" cy="4873625"/>
          </a:xfrm>
          <a:prstGeom prst="rect">
            <a:avLst/>
          </a:prstGeom>
          <a:noFill/>
          <a:ln>
            <a:noFill/>
          </a:ln>
        </p:spPr>
      </p:sp>
      <p:sp>
        <p:nvSpPr>
          <p:cNvPr id="205" name="Google Shape;205;p4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06" name="Google Shape;206;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8" name="Google Shape;208;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09" name="Shape 209"/>
        <p:cNvGrpSpPr/>
        <p:nvPr/>
      </p:nvGrpSpPr>
      <p:grpSpPr>
        <a:xfrm>
          <a:off x="0" y="0"/>
          <a:ext cx="0" cy="0"/>
          <a:chOff x="0" y="0"/>
          <a:chExt cx="0" cy="0"/>
        </a:xfrm>
      </p:grpSpPr>
      <p:sp>
        <p:nvSpPr>
          <p:cNvPr id="210" name="Google Shape;210;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1" name="Google Shape;211;p4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2" name="Google Shape;212;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3" name="Google Shape;213;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4" name="Google Shape;214;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15" name="Shape 215"/>
        <p:cNvGrpSpPr/>
        <p:nvPr/>
      </p:nvGrpSpPr>
      <p:grpSpPr>
        <a:xfrm>
          <a:off x="0" y="0"/>
          <a:ext cx="0" cy="0"/>
          <a:chOff x="0" y="0"/>
          <a:chExt cx="0" cy="0"/>
        </a:xfrm>
      </p:grpSpPr>
      <p:sp>
        <p:nvSpPr>
          <p:cNvPr id="216" name="Google Shape;216;p4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4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8" name="Google Shape;218;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9" name="Google Shape;219;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0" name="Google Shape;220;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4.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5.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theme" Target="../theme/theme6.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theme" Target="../theme/theme1.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30.xml"/><Relationship Id="rId10" Type="http://schemas.openxmlformats.org/officeDocument/2006/relationships/slideLayout" Target="../slideLayouts/slideLayout29.xml"/><Relationship Id="rId12" Type="http://schemas.openxmlformats.org/officeDocument/2006/relationships/theme" Target="../theme/theme2.xml"/><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slideLayout" Target="../slideLayouts/slideLayout23.xml"/><Relationship Id="rId9" Type="http://schemas.openxmlformats.org/officeDocument/2006/relationships/slideLayout" Target="../slideLayouts/slideLayout28.xml"/><Relationship Id="rId5" Type="http://schemas.openxmlformats.org/officeDocument/2006/relationships/slideLayout" Target="../slideLayouts/slideLayout24.xml"/><Relationship Id="rId6" Type="http://schemas.openxmlformats.org/officeDocument/2006/relationships/slideLayout" Target="../slideLayouts/slideLayout25.xml"/><Relationship Id="rId7" Type="http://schemas.openxmlformats.org/officeDocument/2006/relationships/slideLayout" Target="../slideLayouts/slideLayout26.xml"/><Relationship Id="rId8"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 name="Shape 94"/>
        <p:cNvGrpSpPr/>
        <p:nvPr/>
      </p:nvGrpSpPr>
      <p:grpSpPr>
        <a:xfrm>
          <a:off x="0" y="0"/>
          <a:ext cx="0" cy="0"/>
          <a:chOff x="0" y="0"/>
          <a:chExt cx="0" cy="0"/>
        </a:xfrm>
      </p:grpSpPr>
      <p:grpSp>
        <p:nvGrpSpPr>
          <p:cNvPr id="95" name="Google Shape;95;p13"/>
          <p:cNvGrpSpPr/>
          <p:nvPr/>
        </p:nvGrpSpPr>
        <p:grpSpPr>
          <a:xfrm>
            <a:off x="442913" y="6386745"/>
            <a:ext cx="11268000" cy="1"/>
            <a:chOff x="442913" y="6386745"/>
            <a:chExt cx="8478762" cy="1"/>
          </a:xfrm>
        </p:grpSpPr>
        <p:cxnSp>
          <p:nvCxnSpPr>
            <p:cNvPr id="96" name="Google Shape;96;p13"/>
            <p:cNvCxnSpPr/>
            <p:nvPr/>
          </p:nvCxnSpPr>
          <p:spPr>
            <a:xfrm>
              <a:off x="442913" y="6386746"/>
              <a:ext cx="5936140" cy="0"/>
            </a:xfrm>
            <a:prstGeom prst="straightConnector1">
              <a:avLst/>
            </a:prstGeom>
            <a:noFill/>
            <a:ln cap="flat" cmpd="sng" w="9525">
              <a:solidFill>
                <a:srgbClr val="284181"/>
              </a:solidFill>
              <a:prstDash val="solid"/>
              <a:miter lim="800000"/>
              <a:headEnd len="sm" w="sm" type="none"/>
              <a:tailEnd len="sm" w="sm" type="none"/>
            </a:ln>
          </p:spPr>
        </p:cxnSp>
        <p:cxnSp>
          <p:nvCxnSpPr>
            <p:cNvPr id="97" name="Google Shape;97;p13"/>
            <p:cNvCxnSpPr/>
            <p:nvPr/>
          </p:nvCxnSpPr>
          <p:spPr>
            <a:xfrm>
              <a:off x="6478625" y="6386745"/>
              <a:ext cx="2443050" cy="0"/>
            </a:xfrm>
            <a:prstGeom prst="straightConnector1">
              <a:avLst/>
            </a:prstGeom>
            <a:noFill/>
            <a:ln cap="flat" cmpd="sng" w="9525">
              <a:solidFill>
                <a:srgbClr val="00BFDF"/>
              </a:solidFill>
              <a:prstDash val="solid"/>
              <a:miter lim="800000"/>
              <a:headEnd len="sm" w="sm" type="none"/>
              <a:tailEnd len="sm" w="sm" type="none"/>
            </a:ln>
          </p:spPr>
        </p:cxnSp>
      </p:grpSp>
    </p:spTree>
  </p:cSld>
  <p:clrMap accent1="accent1" accent2="accent2" accent3="accent3" accent4="accent4" accent5="accent5" accent6="accent6" bg1="lt1" bg2="dk2" tx1="dk1" tx2="lt2" folHlink="folHlink" hlink="hlink"/>
  <p:sldLayoutIdLst>
    <p:sldLayoutId id="2147483662"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7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 name="Shape 104"/>
        <p:cNvGrpSpPr/>
        <p:nvPr/>
      </p:nvGrpSpPr>
      <p:grpSpPr>
        <a:xfrm>
          <a:off x="0" y="0"/>
          <a:ext cx="0" cy="0"/>
          <a:chOff x="0" y="0"/>
          <a:chExt cx="0" cy="0"/>
        </a:xfrm>
      </p:grpSpPr>
      <p:grpSp>
        <p:nvGrpSpPr>
          <p:cNvPr id="105" name="Google Shape;105;p15"/>
          <p:cNvGrpSpPr/>
          <p:nvPr/>
        </p:nvGrpSpPr>
        <p:grpSpPr>
          <a:xfrm>
            <a:off x="457200" y="6386745"/>
            <a:ext cx="10380056" cy="2"/>
            <a:chOff x="457200" y="800100"/>
            <a:chExt cx="10380056" cy="2"/>
          </a:xfrm>
        </p:grpSpPr>
        <p:cxnSp>
          <p:nvCxnSpPr>
            <p:cNvPr id="106" name="Google Shape;106;p15"/>
            <p:cNvCxnSpPr/>
            <p:nvPr/>
          </p:nvCxnSpPr>
          <p:spPr>
            <a:xfrm>
              <a:off x="457200" y="800101"/>
              <a:ext cx="8010939" cy="0"/>
            </a:xfrm>
            <a:prstGeom prst="straightConnector1">
              <a:avLst/>
            </a:prstGeom>
            <a:noFill/>
            <a:ln cap="flat" cmpd="sng" w="9525">
              <a:solidFill>
                <a:srgbClr val="284181"/>
              </a:solidFill>
              <a:prstDash val="solid"/>
              <a:miter lim="800000"/>
              <a:headEnd len="sm" w="sm" type="none"/>
              <a:tailEnd len="sm" w="sm" type="none"/>
            </a:ln>
          </p:spPr>
        </p:cxnSp>
        <p:cxnSp>
          <p:nvCxnSpPr>
            <p:cNvPr id="107" name="Google Shape;107;p15"/>
            <p:cNvCxnSpPr/>
            <p:nvPr/>
          </p:nvCxnSpPr>
          <p:spPr>
            <a:xfrm flipH="1" rot="10800000">
              <a:off x="8605256" y="800100"/>
              <a:ext cx="2232000" cy="2"/>
            </a:xfrm>
            <a:prstGeom prst="straightConnector1">
              <a:avLst/>
            </a:prstGeom>
            <a:noFill/>
            <a:ln cap="flat" cmpd="sng" w="9525">
              <a:solidFill>
                <a:srgbClr val="00BFDF"/>
              </a:solidFill>
              <a:prstDash val="solid"/>
              <a:miter lim="800000"/>
              <a:headEnd len="sm" w="sm" type="none"/>
              <a:tailEnd len="sm" w="sm" type="none"/>
            </a:ln>
          </p:spPr>
        </p:cxnSp>
      </p:gr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7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8" name="Shape 138"/>
        <p:cNvGrpSpPr/>
        <p:nvPr/>
      </p:nvGrpSpPr>
      <p:grpSpPr>
        <a:xfrm>
          <a:off x="0" y="0"/>
          <a:ext cx="0" cy="0"/>
          <a:chOff x="0" y="0"/>
          <a:chExt cx="0" cy="0"/>
        </a:xfrm>
      </p:grpSpPr>
      <p:sp>
        <p:nvSpPr>
          <p:cNvPr id="139" name="Google Shape;139;p3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grpSp>
        <p:nvGrpSpPr>
          <p:cNvPr id="140" name="Google Shape;140;p33"/>
          <p:cNvGrpSpPr/>
          <p:nvPr/>
        </p:nvGrpSpPr>
        <p:grpSpPr>
          <a:xfrm>
            <a:off x="2239596" y="2788717"/>
            <a:ext cx="7712808" cy="1280566"/>
            <a:chOff x="6786430" y="5517397"/>
            <a:chExt cx="5115903" cy="849399"/>
          </a:xfrm>
        </p:grpSpPr>
        <p:pic>
          <p:nvPicPr>
            <p:cNvPr id="141" name="Google Shape;141;p33"/>
            <p:cNvPicPr preferRelativeResize="0"/>
            <p:nvPr/>
          </p:nvPicPr>
          <p:blipFill rotWithShape="1">
            <a:blip r:embed="rId1">
              <a:alphaModFix/>
            </a:blip>
            <a:srcRect b="0" l="0" r="0" t="0"/>
            <a:stretch/>
          </p:blipFill>
          <p:spPr>
            <a:xfrm>
              <a:off x="10473799" y="5558922"/>
              <a:ext cx="1428534" cy="807874"/>
            </a:xfrm>
            <a:prstGeom prst="rect">
              <a:avLst/>
            </a:prstGeom>
            <a:noFill/>
            <a:ln>
              <a:noFill/>
            </a:ln>
          </p:spPr>
        </p:pic>
        <p:pic>
          <p:nvPicPr>
            <p:cNvPr id="142" name="Google Shape;142;p33"/>
            <p:cNvPicPr preferRelativeResize="0"/>
            <p:nvPr/>
          </p:nvPicPr>
          <p:blipFill rotWithShape="1">
            <a:blip r:embed="rId2">
              <a:alphaModFix/>
            </a:blip>
            <a:srcRect b="0" l="0" r="0" t="0"/>
            <a:stretch/>
          </p:blipFill>
          <p:spPr>
            <a:xfrm>
              <a:off x="6786430" y="5813955"/>
              <a:ext cx="1897212" cy="535242"/>
            </a:xfrm>
            <a:prstGeom prst="rect">
              <a:avLst/>
            </a:prstGeom>
            <a:noFill/>
            <a:ln>
              <a:noFill/>
            </a:ln>
          </p:spPr>
        </p:pic>
        <p:pic>
          <p:nvPicPr>
            <p:cNvPr id="143" name="Google Shape;143;p33"/>
            <p:cNvPicPr preferRelativeResize="0"/>
            <p:nvPr/>
          </p:nvPicPr>
          <p:blipFill rotWithShape="1">
            <a:blip r:embed="rId3">
              <a:alphaModFix/>
            </a:blip>
            <a:srcRect b="0" l="0" r="0" t="0"/>
            <a:stretch/>
          </p:blipFill>
          <p:spPr>
            <a:xfrm>
              <a:off x="9105862" y="5558922"/>
              <a:ext cx="945716" cy="786316"/>
            </a:xfrm>
            <a:prstGeom prst="rect">
              <a:avLst/>
            </a:prstGeom>
            <a:noFill/>
            <a:ln>
              <a:noFill/>
            </a:ln>
          </p:spPr>
        </p:pic>
        <p:cxnSp>
          <p:nvCxnSpPr>
            <p:cNvPr id="144" name="Google Shape;144;p33"/>
            <p:cNvCxnSpPr/>
            <p:nvPr/>
          </p:nvCxnSpPr>
          <p:spPr>
            <a:xfrm>
              <a:off x="10262688" y="5517397"/>
              <a:ext cx="0" cy="827841"/>
            </a:xfrm>
            <a:prstGeom prst="straightConnector1">
              <a:avLst/>
            </a:prstGeom>
            <a:noFill/>
            <a:ln cap="flat" cmpd="sng" w="9525">
              <a:solidFill>
                <a:srgbClr val="D1D3D4"/>
              </a:solidFill>
              <a:prstDash val="solid"/>
              <a:miter lim="800000"/>
              <a:headEnd len="sm" w="sm" type="none"/>
              <a:tailEnd len="sm" w="sm" type="none"/>
            </a:ln>
          </p:spPr>
        </p:cxnSp>
        <p:cxnSp>
          <p:nvCxnSpPr>
            <p:cNvPr id="145" name="Google Shape;145;p33"/>
            <p:cNvCxnSpPr/>
            <p:nvPr/>
          </p:nvCxnSpPr>
          <p:spPr>
            <a:xfrm>
              <a:off x="8894752" y="5517397"/>
              <a:ext cx="0" cy="827841"/>
            </a:xfrm>
            <a:prstGeom prst="straightConnector1">
              <a:avLst/>
            </a:prstGeom>
            <a:noFill/>
            <a:ln cap="flat" cmpd="sng" w="9525">
              <a:solidFill>
                <a:srgbClr val="D1D3D4"/>
              </a:solidFill>
              <a:prstDash val="solid"/>
              <a:miter lim="800000"/>
              <a:headEnd len="sm" w="sm" type="none"/>
              <a:tailEnd len="sm" w="sm" type="none"/>
            </a:ln>
          </p:spPr>
        </p:cxnSp>
      </p:grpSp>
    </p:spTree>
  </p:cSld>
  <p:clrMap accent1="accent1" accent2="accent2" accent3="accent3" accent4="accent4" accent5="accent5" accent6="accent6" bg1="lt1" bg2="dk2" tx1="dk1" tx2="lt2" folHlink="folHlink" hlink="hlink"/>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6" name="Shape 146"/>
        <p:cNvGrpSpPr/>
        <p:nvPr/>
      </p:nvGrpSpPr>
      <p:grpSpPr>
        <a:xfrm>
          <a:off x="0" y="0"/>
          <a:ext cx="0" cy="0"/>
          <a:chOff x="0" y="0"/>
          <a:chExt cx="0" cy="0"/>
        </a:xfrm>
      </p:grpSpPr>
      <p:sp>
        <p:nvSpPr>
          <p:cNvPr id="147" name="Google Shape;147;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8" name="Google Shape;148;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9" name="Google Shape;149;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0" name="Google Shape;150;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1" name="Google Shape;151;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8.jpg"/><Relationship Id="rId4" Type="http://schemas.openxmlformats.org/officeDocument/2006/relationships/image" Target="../media/image9.png"/><Relationship Id="rId5"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
          <p:cNvSpPr txBox="1"/>
          <p:nvPr>
            <p:ph type="ctrTitle"/>
          </p:nvPr>
        </p:nvSpPr>
        <p:spPr>
          <a:xfrm>
            <a:off x="531929" y="4572000"/>
            <a:ext cx="5564071" cy="87219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240"/>
              <a:buFont typeface="Trebuchet MS"/>
              <a:buNone/>
            </a:pPr>
            <a:r>
              <a:rPr i="1" lang="en-US" sz="2800"/>
              <a:t>SafeRide </a:t>
            </a:r>
            <a:endParaRPr b="0" i="1" sz="2800"/>
          </a:p>
        </p:txBody>
      </p:sp>
      <p:sp>
        <p:nvSpPr>
          <p:cNvPr id="226" name="Google Shape;226;p1"/>
          <p:cNvSpPr txBox="1"/>
          <p:nvPr/>
        </p:nvSpPr>
        <p:spPr>
          <a:xfrm>
            <a:off x="531929" y="5444191"/>
            <a:ext cx="5564071" cy="586740"/>
          </a:xfrm>
          <a:prstGeom prst="rect">
            <a:avLst/>
          </a:prstGeom>
          <a:noFill/>
          <a:ln>
            <a:noFill/>
          </a:ln>
        </p:spPr>
        <p:txBody>
          <a:bodyPr anchorCtr="0" anchor="b" bIns="45700" lIns="91425" spcFirstLastPara="1" rIns="91425" wrap="square" tIns="45700">
            <a:normAutofit fontScale="92500"/>
          </a:bodyPr>
          <a:lstStyle/>
          <a:p>
            <a:pPr indent="0" lvl="0" marL="0" marR="0" rtl="0" algn="l">
              <a:lnSpc>
                <a:spcPct val="90000"/>
              </a:lnSpc>
              <a:spcBef>
                <a:spcPts val="0"/>
              </a:spcBef>
              <a:spcAft>
                <a:spcPts val="0"/>
              </a:spcAft>
              <a:buClr>
                <a:schemeClr val="lt1"/>
              </a:buClr>
              <a:buSzPct val="125097"/>
              <a:buFont typeface="Trebuchet MS"/>
              <a:buNone/>
            </a:pPr>
            <a:r>
              <a:rPr b="0" i="0" lang="en-US" sz="2800" u="none" cap="none" strike="noStrike">
                <a:solidFill>
                  <a:schemeClr val="lt1"/>
                </a:solidFill>
                <a:latin typeface="Trebuchet MS"/>
                <a:ea typeface="Trebuchet MS"/>
                <a:cs typeface="Trebuchet MS"/>
                <a:sym typeface="Trebuchet MS"/>
              </a:rPr>
              <a:t>Africa Digital ID Hackathon use case</a:t>
            </a:r>
            <a:endParaRPr/>
          </a:p>
        </p:txBody>
      </p:sp>
      <p:pic>
        <p:nvPicPr>
          <p:cNvPr id="227" name="Google Shape;227;p1"/>
          <p:cNvPicPr preferRelativeResize="0"/>
          <p:nvPr/>
        </p:nvPicPr>
        <p:blipFill>
          <a:blip r:embed="rId3">
            <a:alphaModFix/>
          </a:blip>
          <a:stretch>
            <a:fillRect/>
          </a:stretch>
        </p:blipFill>
        <p:spPr>
          <a:xfrm>
            <a:off x="5350400" y="0"/>
            <a:ext cx="6841601" cy="4249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
          <p:cNvSpPr txBox="1"/>
          <p:nvPr>
            <p:ph idx="1" type="body"/>
          </p:nvPr>
        </p:nvSpPr>
        <p:spPr>
          <a:xfrm>
            <a:off x="341298" y="199404"/>
            <a:ext cx="11407790" cy="36929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2800"/>
              <a:buFont typeface="Arial"/>
              <a:buNone/>
            </a:pPr>
            <a:r>
              <a:rPr lang="en-US" sz="2000"/>
              <a:t>Team introduction</a:t>
            </a:r>
            <a:endParaRPr/>
          </a:p>
        </p:txBody>
      </p:sp>
      <p:sp>
        <p:nvSpPr>
          <p:cNvPr id="233" name="Google Shape;233;p2"/>
          <p:cNvSpPr txBox="1"/>
          <p:nvPr/>
        </p:nvSpPr>
        <p:spPr>
          <a:xfrm>
            <a:off x="1871951" y="1097675"/>
            <a:ext cx="9181200" cy="83640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Clr>
                <a:schemeClr val="dk1"/>
              </a:buClr>
              <a:buSzPts val="1800"/>
              <a:buFont typeface="Trebuchet MS"/>
              <a:buNone/>
            </a:pPr>
            <a:r>
              <a:rPr b="1" lang="en-US" sz="1800">
                <a:solidFill>
                  <a:schemeClr val="dk1"/>
                </a:solidFill>
                <a:latin typeface="Trebuchet MS"/>
                <a:ea typeface="Trebuchet MS"/>
                <a:cs typeface="Trebuchet MS"/>
                <a:sym typeface="Trebuchet MS"/>
              </a:rPr>
              <a:t>Rwanda</a:t>
            </a:r>
            <a:r>
              <a:rPr b="1" i="0" lang="en-US" sz="1800" u="none" cap="none" strike="noStrike">
                <a:solidFill>
                  <a:schemeClr val="dk1"/>
                </a:solidFill>
                <a:latin typeface="Trebuchet MS"/>
                <a:ea typeface="Trebuchet MS"/>
                <a:cs typeface="Trebuchet MS"/>
                <a:sym typeface="Trebuchet MS"/>
              </a:rPr>
              <a:t> | </a:t>
            </a:r>
            <a:r>
              <a:rPr b="1" lang="en-US" sz="1800">
                <a:solidFill>
                  <a:schemeClr val="dk1"/>
                </a:solidFill>
                <a:latin typeface="Trebuchet MS"/>
                <a:ea typeface="Trebuchet MS"/>
                <a:cs typeface="Trebuchet MS"/>
                <a:sym typeface="Trebuchet MS"/>
              </a:rPr>
              <a:t>SafeRide</a:t>
            </a:r>
            <a:r>
              <a:rPr b="1" i="0" lang="en-US" sz="1800" u="none" cap="none" strike="noStrike">
                <a:solidFill>
                  <a:schemeClr val="dk1"/>
                </a:solidFill>
                <a:latin typeface="Trebuchet MS"/>
                <a:ea typeface="Trebuchet MS"/>
                <a:cs typeface="Trebuchet MS"/>
                <a:sym typeface="Trebuchet MS"/>
              </a:rPr>
              <a:t> </a:t>
            </a:r>
            <a:endParaRPr/>
          </a:p>
          <a:p>
            <a:pPr indent="0" lvl="0" marL="0" marR="0" rtl="0" algn="ctr">
              <a:lnSpc>
                <a:spcPct val="150000"/>
              </a:lnSpc>
              <a:spcBef>
                <a:spcPts val="400"/>
              </a:spcBef>
              <a:spcAft>
                <a:spcPts val="0"/>
              </a:spcAft>
              <a:buNone/>
            </a:pPr>
            <a:r>
              <a:rPr b="1" lang="en-US" sz="1800">
                <a:solidFill>
                  <a:schemeClr val="dk1"/>
                </a:solidFill>
                <a:latin typeface="Trebuchet MS"/>
                <a:ea typeface="Trebuchet MS"/>
                <a:cs typeface="Trebuchet MS"/>
                <a:sym typeface="Trebuchet MS"/>
              </a:rPr>
              <a:t>Carnegie Mellon University - Africa</a:t>
            </a:r>
            <a:endParaRPr b="1" i="0" sz="1800" u="none" cap="none" strike="noStrike">
              <a:solidFill>
                <a:schemeClr val="dk1"/>
              </a:solidFill>
              <a:latin typeface="Trebuchet MS"/>
              <a:ea typeface="Trebuchet MS"/>
              <a:cs typeface="Trebuchet MS"/>
              <a:sym typeface="Trebuchet MS"/>
            </a:endParaRPr>
          </a:p>
        </p:txBody>
      </p:sp>
      <p:sp>
        <p:nvSpPr>
          <p:cNvPr id="234" name="Google Shape;234;p2"/>
          <p:cNvSpPr/>
          <p:nvPr/>
        </p:nvSpPr>
        <p:spPr>
          <a:xfrm>
            <a:off x="2854130" y="2494585"/>
            <a:ext cx="2110500" cy="2874900"/>
          </a:xfrm>
          <a:prstGeom prst="roundRect">
            <a:avLst>
              <a:gd fmla="val 50000" name="adj"/>
            </a:avLst>
          </a:prstGeom>
          <a:solidFill>
            <a:srgbClr val="E6E7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Trebuchet MS"/>
              <a:ea typeface="Trebuchet MS"/>
              <a:cs typeface="Trebuchet MS"/>
              <a:sym typeface="Trebuchet MS"/>
            </a:endParaRPr>
          </a:p>
        </p:txBody>
      </p:sp>
      <p:sp>
        <p:nvSpPr>
          <p:cNvPr id="235" name="Google Shape;235;p2"/>
          <p:cNvSpPr txBox="1"/>
          <p:nvPr/>
        </p:nvSpPr>
        <p:spPr>
          <a:xfrm>
            <a:off x="3000031" y="4566460"/>
            <a:ext cx="1818600" cy="431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i="1" lang="en-US">
                <a:solidFill>
                  <a:srgbClr val="5A5A5A"/>
                </a:solidFill>
                <a:latin typeface="Trebuchet MS"/>
                <a:ea typeface="Trebuchet MS"/>
                <a:cs typeface="Trebuchet MS"/>
                <a:sym typeface="Trebuchet MS"/>
              </a:rPr>
              <a:t>Joseph Ineza Karangwa</a:t>
            </a:r>
            <a:endParaRPr b="0" i="1" sz="1400" u="none" cap="none" strike="noStrike">
              <a:solidFill>
                <a:srgbClr val="000000"/>
              </a:solidFill>
              <a:latin typeface="Arial"/>
              <a:ea typeface="Arial"/>
              <a:cs typeface="Arial"/>
              <a:sym typeface="Arial"/>
            </a:endParaRPr>
          </a:p>
        </p:txBody>
      </p:sp>
      <p:sp>
        <p:nvSpPr>
          <p:cNvPr id="236" name="Google Shape;236;p2"/>
          <p:cNvSpPr/>
          <p:nvPr/>
        </p:nvSpPr>
        <p:spPr>
          <a:xfrm>
            <a:off x="5175475" y="2494585"/>
            <a:ext cx="2110500" cy="2874900"/>
          </a:xfrm>
          <a:prstGeom prst="roundRect">
            <a:avLst>
              <a:gd fmla="val 50000" name="adj"/>
            </a:avLst>
          </a:prstGeom>
          <a:solidFill>
            <a:srgbClr val="E6E7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Trebuchet MS"/>
              <a:ea typeface="Trebuchet MS"/>
              <a:cs typeface="Trebuchet MS"/>
              <a:sym typeface="Trebuchet MS"/>
            </a:endParaRPr>
          </a:p>
        </p:txBody>
      </p:sp>
      <p:sp>
        <p:nvSpPr>
          <p:cNvPr id="237" name="Google Shape;237;p2"/>
          <p:cNvSpPr txBox="1"/>
          <p:nvPr/>
        </p:nvSpPr>
        <p:spPr>
          <a:xfrm>
            <a:off x="5321375" y="4566460"/>
            <a:ext cx="18186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i="1" lang="en-US">
                <a:solidFill>
                  <a:srgbClr val="5A5A5A"/>
                </a:solidFill>
                <a:latin typeface="Trebuchet MS"/>
                <a:ea typeface="Trebuchet MS"/>
                <a:cs typeface="Trebuchet MS"/>
                <a:sym typeface="Trebuchet MS"/>
              </a:rPr>
              <a:t>Marlyn Mayienga</a:t>
            </a:r>
            <a:endParaRPr b="0" i="1" sz="1400" u="none" cap="none" strike="noStrike">
              <a:solidFill>
                <a:srgbClr val="000000"/>
              </a:solidFill>
              <a:latin typeface="Arial"/>
              <a:ea typeface="Arial"/>
              <a:cs typeface="Arial"/>
              <a:sym typeface="Arial"/>
            </a:endParaRPr>
          </a:p>
        </p:txBody>
      </p:sp>
      <p:sp>
        <p:nvSpPr>
          <p:cNvPr id="238" name="Google Shape;238;p2"/>
          <p:cNvSpPr/>
          <p:nvPr/>
        </p:nvSpPr>
        <p:spPr>
          <a:xfrm>
            <a:off x="7554365" y="2567835"/>
            <a:ext cx="2110500" cy="2874900"/>
          </a:xfrm>
          <a:prstGeom prst="roundRect">
            <a:avLst>
              <a:gd fmla="val 50000" name="adj"/>
            </a:avLst>
          </a:prstGeom>
          <a:solidFill>
            <a:srgbClr val="E6E7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Trebuchet MS"/>
              <a:ea typeface="Trebuchet MS"/>
              <a:cs typeface="Trebuchet MS"/>
              <a:sym typeface="Trebuchet MS"/>
            </a:endParaRPr>
          </a:p>
        </p:txBody>
      </p:sp>
      <p:sp>
        <p:nvSpPr>
          <p:cNvPr id="239" name="Google Shape;239;p2"/>
          <p:cNvSpPr txBox="1"/>
          <p:nvPr/>
        </p:nvSpPr>
        <p:spPr>
          <a:xfrm>
            <a:off x="7700266" y="4639710"/>
            <a:ext cx="18186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i="1" lang="en-US">
                <a:solidFill>
                  <a:srgbClr val="5A5A5A"/>
                </a:solidFill>
                <a:latin typeface="Trebuchet MS"/>
                <a:ea typeface="Trebuchet MS"/>
                <a:cs typeface="Trebuchet MS"/>
                <a:sym typeface="Trebuchet MS"/>
              </a:rPr>
              <a:t>Deku Mawuli</a:t>
            </a:r>
            <a:endParaRPr b="0" i="1" sz="1400" u="none" cap="none" strike="noStrike">
              <a:solidFill>
                <a:srgbClr val="000000"/>
              </a:solidFill>
              <a:latin typeface="Arial"/>
              <a:ea typeface="Arial"/>
              <a:cs typeface="Arial"/>
              <a:sym typeface="Arial"/>
            </a:endParaRPr>
          </a:p>
        </p:txBody>
      </p:sp>
      <p:sp>
        <p:nvSpPr>
          <p:cNvPr id="240" name="Google Shape;240;p2"/>
          <p:cNvSpPr/>
          <p:nvPr/>
        </p:nvSpPr>
        <p:spPr>
          <a:xfrm>
            <a:off x="8489482" y="1792"/>
            <a:ext cx="2738515" cy="354343"/>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1800"/>
              <a:buFont typeface="Trebuchet MS"/>
              <a:buNone/>
            </a:pPr>
            <a:r>
              <a:rPr lang="en-US" sz="1800">
                <a:solidFill>
                  <a:schemeClr val="lt1"/>
                </a:solidFill>
                <a:latin typeface="Trebuchet MS"/>
                <a:ea typeface="Trebuchet MS"/>
                <a:cs typeface="Trebuchet MS"/>
                <a:sym typeface="Trebuchet MS"/>
              </a:rPr>
              <a:t>East Africa</a:t>
            </a:r>
            <a:endParaRPr b="0" i="0" sz="1800" u="none" cap="none" strike="noStrike">
              <a:solidFill>
                <a:schemeClr val="lt1"/>
              </a:solidFill>
              <a:latin typeface="Trebuchet MS"/>
              <a:ea typeface="Trebuchet MS"/>
              <a:cs typeface="Trebuchet MS"/>
              <a:sym typeface="Trebuchet MS"/>
            </a:endParaRPr>
          </a:p>
        </p:txBody>
      </p:sp>
      <p:pic>
        <p:nvPicPr>
          <p:cNvPr id="241" name="Google Shape;241;p2" title="Ineza Karangwa Joseph_Profile Picture.jpg"/>
          <p:cNvPicPr preferRelativeResize="0"/>
          <p:nvPr/>
        </p:nvPicPr>
        <p:blipFill rotWithShape="1">
          <a:blip r:embed="rId3">
            <a:alphaModFix/>
          </a:blip>
          <a:srcRect b="0" l="952" r="952" t="0"/>
          <a:stretch/>
        </p:blipFill>
        <p:spPr>
          <a:xfrm>
            <a:off x="3064971" y="2709337"/>
            <a:ext cx="1688700" cy="1721400"/>
          </a:xfrm>
          <a:prstGeom prst="ellipse">
            <a:avLst/>
          </a:prstGeom>
          <a:noFill/>
          <a:ln>
            <a:noFill/>
          </a:ln>
        </p:spPr>
      </p:pic>
      <p:pic>
        <p:nvPicPr>
          <p:cNvPr id="242" name="Google Shape;242;p2" title="Marlyn_Mayienga_Professional_Picture.png"/>
          <p:cNvPicPr preferRelativeResize="0"/>
          <p:nvPr/>
        </p:nvPicPr>
        <p:blipFill rotWithShape="1">
          <a:blip r:embed="rId4">
            <a:alphaModFix/>
          </a:blip>
          <a:srcRect b="16027" l="0" r="0" t="16034"/>
          <a:stretch/>
        </p:blipFill>
        <p:spPr>
          <a:xfrm>
            <a:off x="5386316" y="2709337"/>
            <a:ext cx="1688700" cy="1721400"/>
          </a:xfrm>
          <a:prstGeom prst="ellipse">
            <a:avLst/>
          </a:prstGeom>
          <a:noFill/>
          <a:ln>
            <a:noFill/>
          </a:ln>
        </p:spPr>
      </p:pic>
      <p:pic>
        <p:nvPicPr>
          <p:cNvPr id="243" name="Google Shape;243;p2" title="Deku Mawuli Gbeduha.jpg.jpeg"/>
          <p:cNvPicPr preferRelativeResize="0"/>
          <p:nvPr/>
        </p:nvPicPr>
        <p:blipFill rotWithShape="1">
          <a:blip r:embed="rId5">
            <a:alphaModFix/>
          </a:blip>
          <a:srcRect b="15976" l="0" r="0" t="15983"/>
          <a:stretch/>
        </p:blipFill>
        <p:spPr>
          <a:xfrm>
            <a:off x="7765206" y="2782587"/>
            <a:ext cx="1688700" cy="1721400"/>
          </a:xfrm>
          <a:prstGeom prst="ellipse">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
          <p:cNvSpPr txBox="1"/>
          <p:nvPr>
            <p:ph idx="1" type="body"/>
          </p:nvPr>
        </p:nvSpPr>
        <p:spPr>
          <a:xfrm>
            <a:off x="341298" y="199404"/>
            <a:ext cx="11407790" cy="36929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2800"/>
              <a:buFont typeface="Arial"/>
              <a:buNone/>
            </a:pPr>
            <a:r>
              <a:rPr lang="en-US" sz="2000"/>
              <a:t>Use case introduction: Focus sector and the challenge that digital ID will solve.</a:t>
            </a:r>
            <a:endParaRPr/>
          </a:p>
        </p:txBody>
      </p:sp>
      <p:sp>
        <p:nvSpPr>
          <p:cNvPr id="249" name="Google Shape;249;p3"/>
          <p:cNvSpPr/>
          <p:nvPr/>
        </p:nvSpPr>
        <p:spPr>
          <a:xfrm>
            <a:off x="442925" y="620626"/>
            <a:ext cx="10999500" cy="915600"/>
          </a:xfrm>
          <a:prstGeom prst="rect">
            <a:avLst/>
          </a:prstGeom>
          <a:noFill/>
          <a:ln>
            <a:noFill/>
          </a:ln>
        </p:spPr>
        <p:txBody>
          <a:bodyPr anchorCtr="0" anchor="t" bIns="45700" lIns="91425" spcFirstLastPara="1" rIns="91425" wrap="square" tIns="45700">
            <a:spAutoFit/>
          </a:bodyPr>
          <a:lstStyle/>
          <a:p>
            <a:pPr indent="0" lvl="0" marL="0" marR="0" rtl="0" algn="just">
              <a:lnSpc>
                <a:spcPct val="114000"/>
              </a:lnSpc>
              <a:spcBef>
                <a:spcPts val="0"/>
              </a:spcBef>
              <a:spcAft>
                <a:spcPts val="0"/>
              </a:spcAft>
              <a:buClr>
                <a:srgbClr val="000000"/>
              </a:buClr>
              <a:buSzPts val="1600"/>
              <a:buFont typeface="Arial"/>
              <a:buNone/>
            </a:pPr>
            <a:r>
              <a:rPr b="1" lang="en-US" sz="1600">
                <a:solidFill>
                  <a:srgbClr val="00BFDF"/>
                </a:solidFill>
                <a:latin typeface="Trebuchet MS"/>
                <a:ea typeface="Trebuchet MS"/>
                <a:cs typeface="Trebuchet MS"/>
                <a:sym typeface="Trebuchet MS"/>
              </a:rPr>
              <a:t>SafeRide is a digital-ID-anchored trust overlay for informal transport that links every boda-boda rider and taxi driver to a verified government identity, letting any passenger confirm who they are boarding with before they get on.</a:t>
            </a:r>
            <a:endParaRPr b="0" i="0" sz="1600" u="none" cap="none" strike="noStrike">
              <a:solidFill>
                <a:srgbClr val="000000"/>
              </a:solidFill>
              <a:latin typeface="Arial"/>
              <a:ea typeface="Arial"/>
              <a:cs typeface="Arial"/>
              <a:sym typeface="Arial"/>
            </a:endParaRPr>
          </a:p>
        </p:txBody>
      </p:sp>
      <p:sp>
        <p:nvSpPr>
          <p:cNvPr id="250" name="Google Shape;250;p3"/>
          <p:cNvSpPr/>
          <p:nvPr/>
        </p:nvSpPr>
        <p:spPr>
          <a:xfrm>
            <a:off x="341300" y="1799327"/>
            <a:ext cx="11407800" cy="1180200"/>
          </a:xfrm>
          <a:prstGeom prst="rect">
            <a:avLst/>
          </a:prstGeom>
          <a:solidFill>
            <a:srgbClr val="E6E7E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51" name="Google Shape;251;p3"/>
          <p:cNvSpPr/>
          <p:nvPr/>
        </p:nvSpPr>
        <p:spPr>
          <a:xfrm rot="10800000">
            <a:off x="588295" y="1707851"/>
            <a:ext cx="1154705" cy="1508573"/>
          </a:xfrm>
          <a:custGeom>
            <a:rect b="b" l="l" r="r" t="t"/>
            <a:pathLst>
              <a:path extrusionOk="0" h="2155104" w="1609345">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52" name="Google Shape;252;p3"/>
          <p:cNvSpPr/>
          <p:nvPr/>
        </p:nvSpPr>
        <p:spPr>
          <a:xfrm>
            <a:off x="701259" y="2184858"/>
            <a:ext cx="928800" cy="8175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84181"/>
              </a:buClr>
              <a:buSzPts val="2800"/>
              <a:buFont typeface="Trebuchet MS"/>
              <a:buNone/>
            </a:pPr>
            <a:r>
              <a:rPr b="1" i="0" lang="en-US" sz="2800" u="none" cap="none" strike="noStrike">
                <a:solidFill>
                  <a:srgbClr val="284181"/>
                </a:solidFill>
                <a:latin typeface="Trebuchet MS"/>
                <a:ea typeface="Trebuchet MS"/>
                <a:cs typeface="Trebuchet MS"/>
                <a:sym typeface="Trebuchet MS"/>
              </a:rPr>
              <a:t>01</a:t>
            </a:r>
            <a:endParaRPr b="1" i="0" sz="2800" u="none" cap="none" strike="noStrike">
              <a:solidFill>
                <a:srgbClr val="284181"/>
              </a:solidFill>
              <a:latin typeface="Trebuchet MS"/>
              <a:ea typeface="Trebuchet MS"/>
              <a:cs typeface="Trebuchet MS"/>
              <a:sym typeface="Trebuchet MS"/>
            </a:endParaRPr>
          </a:p>
        </p:txBody>
      </p:sp>
      <p:sp>
        <p:nvSpPr>
          <p:cNvPr id="253" name="Google Shape;253;p3"/>
          <p:cNvSpPr txBox="1"/>
          <p:nvPr/>
        </p:nvSpPr>
        <p:spPr>
          <a:xfrm>
            <a:off x="1834929" y="1843027"/>
            <a:ext cx="9634800" cy="1131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1800"/>
              <a:buFont typeface="Arial"/>
              <a:buNone/>
            </a:pPr>
            <a:r>
              <a:rPr b="1" i="1" lang="en-US" sz="1500">
                <a:solidFill>
                  <a:srgbClr val="284181"/>
                </a:solidFill>
                <a:latin typeface="Trebuchet MS"/>
                <a:ea typeface="Trebuchet MS"/>
                <a:cs typeface="Trebuchet MS"/>
                <a:sym typeface="Trebuchet MS"/>
              </a:rPr>
              <a:t>Across East Africa, millions of passengers board boda-bodas and informal taxis with no way to verify who the rider is or whether the vehicle is legitimate. This anonymity enables impersonation, robbery, assault, and untraceable incidents. It disproportionately affects women, students, and night commuters. In Kenya alone, 71.9% of motorcycle-related crimes involve casual commission riders with no accountability trail.</a:t>
            </a:r>
            <a:endParaRPr b="1" i="1" sz="2100" u="none" cap="none" strike="noStrike">
              <a:solidFill>
                <a:srgbClr val="284181"/>
              </a:solidFill>
              <a:latin typeface="Trebuchet MS"/>
              <a:ea typeface="Trebuchet MS"/>
              <a:cs typeface="Trebuchet MS"/>
              <a:sym typeface="Trebuchet MS"/>
            </a:endParaRPr>
          </a:p>
        </p:txBody>
      </p:sp>
      <p:sp>
        <p:nvSpPr>
          <p:cNvPr id="254" name="Google Shape;254;p3"/>
          <p:cNvSpPr/>
          <p:nvPr/>
        </p:nvSpPr>
        <p:spPr>
          <a:xfrm>
            <a:off x="392100" y="3416397"/>
            <a:ext cx="11407800" cy="1088400"/>
          </a:xfrm>
          <a:prstGeom prst="rect">
            <a:avLst/>
          </a:prstGeom>
          <a:solidFill>
            <a:srgbClr val="E6E7E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55" name="Google Shape;255;p3"/>
          <p:cNvSpPr/>
          <p:nvPr/>
        </p:nvSpPr>
        <p:spPr>
          <a:xfrm rot="10800000">
            <a:off x="588292" y="3337641"/>
            <a:ext cx="1154705" cy="1088328"/>
          </a:xfrm>
          <a:custGeom>
            <a:rect b="b" l="l" r="r" t="t"/>
            <a:pathLst>
              <a:path extrusionOk="0" h="2155104" w="1609345">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rgbClr val="00BFD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56" name="Google Shape;256;p3"/>
          <p:cNvSpPr/>
          <p:nvPr/>
        </p:nvSpPr>
        <p:spPr>
          <a:xfrm>
            <a:off x="756460" y="3456026"/>
            <a:ext cx="928800" cy="8175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FDF"/>
              </a:buClr>
              <a:buSzPts val="2800"/>
              <a:buFont typeface="Trebuchet MS"/>
              <a:buNone/>
            </a:pPr>
            <a:r>
              <a:rPr b="1" i="0" lang="en-US" sz="2800" u="none" cap="none" strike="noStrike">
                <a:solidFill>
                  <a:srgbClr val="00BFDF"/>
                </a:solidFill>
                <a:latin typeface="Trebuchet MS"/>
                <a:ea typeface="Trebuchet MS"/>
                <a:cs typeface="Trebuchet MS"/>
                <a:sym typeface="Trebuchet MS"/>
              </a:rPr>
              <a:t>02</a:t>
            </a:r>
            <a:endParaRPr b="1" i="0" sz="2800" u="none" cap="none" strike="noStrike">
              <a:solidFill>
                <a:srgbClr val="00BFDF"/>
              </a:solidFill>
              <a:latin typeface="Trebuchet MS"/>
              <a:ea typeface="Trebuchet MS"/>
              <a:cs typeface="Trebuchet MS"/>
              <a:sym typeface="Trebuchet MS"/>
            </a:endParaRPr>
          </a:p>
        </p:txBody>
      </p:sp>
      <p:sp>
        <p:nvSpPr>
          <p:cNvPr id="257" name="Google Shape;257;p3"/>
          <p:cNvSpPr txBox="1"/>
          <p:nvPr/>
        </p:nvSpPr>
        <p:spPr>
          <a:xfrm>
            <a:off x="2165100" y="3471100"/>
            <a:ext cx="9634800" cy="1015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i="1" lang="en-US" sz="1500">
                <a:solidFill>
                  <a:srgbClr val="00BFDF"/>
                </a:solidFill>
                <a:latin typeface="Trebuchet MS"/>
                <a:ea typeface="Trebuchet MS"/>
                <a:cs typeface="Trebuchet MS"/>
                <a:sym typeface="Trebuchet MS"/>
              </a:rPr>
              <a:t>SafeRide provides enrolled drivers with a secure digital badge linking their verified identity to an approved vehicle. Passengers can verify the driver before the trip using QR code, NFC, or USSD. Suspended drivers' badges are instantly unverifiable. Passengers can also share trip details with trusted contacts for emergency safety.</a:t>
            </a:r>
            <a:endParaRPr sz="1500"/>
          </a:p>
        </p:txBody>
      </p:sp>
      <p:sp>
        <p:nvSpPr>
          <p:cNvPr id="258" name="Google Shape;258;p3"/>
          <p:cNvSpPr/>
          <p:nvPr/>
        </p:nvSpPr>
        <p:spPr>
          <a:xfrm>
            <a:off x="341300" y="4733800"/>
            <a:ext cx="11407800" cy="1088400"/>
          </a:xfrm>
          <a:prstGeom prst="rect">
            <a:avLst/>
          </a:prstGeom>
          <a:solidFill>
            <a:srgbClr val="E6E7E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59" name="Google Shape;259;p3"/>
          <p:cNvSpPr/>
          <p:nvPr/>
        </p:nvSpPr>
        <p:spPr>
          <a:xfrm rot="10800000">
            <a:off x="588292" y="4652625"/>
            <a:ext cx="1154705" cy="1088328"/>
          </a:xfrm>
          <a:custGeom>
            <a:rect b="b" l="l" r="r" t="t"/>
            <a:pathLst>
              <a:path extrusionOk="0" h="2155104" w="1609345">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rgbClr val="5A5A5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60" name="Google Shape;260;p3"/>
          <p:cNvSpPr/>
          <p:nvPr/>
        </p:nvSpPr>
        <p:spPr>
          <a:xfrm>
            <a:off x="701260" y="4711885"/>
            <a:ext cx="928800" cy="8175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2800"/>
              <a:buFont typeface="Trebuchet MS"/>
              <a:buNone/>
            </a:pPr>
            <a:r>
              <a:rPr b="1" i="0" lang="en-US" sz="2800" u="none" cap="none" strike="noStrike">
                <a:solidFill>
                  <a:srgbClr val="5A5A5A"/>
                </a:solidFill>
                <a:latin typeface="Trebuchet MS"/>
                <a:ea typeface="Trebuchet MS"/>
                <a:cs typeface="Trebuchet MS"/>
                <a:sym typeface="Trebuchet MS"/>
              </a:rPr>
              <a:t>03</a:t>
            </a:r>
            <a:endParaRPr b="1" i="0" sz="2800" u="none" cap="none" strike="noStrike">
              <a:solidFill>
                <a:srgbClr val="5A5A5A"/>
              </a:solidFill>
              <a:latin typeface="Trebuchet MS"/>
              <a:ea typeface="Trebuchet MS"/>
              <a:cs typeface="Trebuchet MS"/>
              <a:sym typeface="Trebuchet MS"/>
            </a:endParaRPr>
          </a:p>
        </p:txBody>
      </p:sp>
      <p:sp>
        <p:nvSpPr>
          <p:cNvPr id="261" name="Google Shape;261;p3"/>
          <p:cNvSpPr txBox="1"/>
          <p:nvPr/>
        </p:nvSpPr>
        <p:spPr>
          <a:xfrm>
            <a:off x="1875250" y="4745849"/>
            <a:ext cx="9634800" cy="954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i="1" lang="en-US">
                <a:solidFill>
                  <a:srgbClr val="5A5A5A"/>
                </a:solidFill>
                <a:latin typeface="Trebuchet MS"/>
                <a:ea typeface="Trebuchet MS"/>
                <a:cs typeface="Trebuchet MS"/>
                <a:sym typeface="Trebuchet MS"/>
              </a:rPr>
              <a:t>SafeRide uses MOSIP's digital ID for trust. Drivers enroll via eSignet, verifying national identity with biometrics or OTP. Inji Certify issues a signed Verifiable Credential linking the driver to the vehicle, stored in the Inji Wallet. Passengers verify offline using Inji Verify. Driver privacy is protected: a revocable Virtual ID is used instead of their real ID.</a:t>
            </a:r>
            <a:endParaRPr/>
          </a:p>
        </p:txBody>
      </p:sp>
      <p:sp>
        <p:nvSpPr>
          <p:cNvPr id="262" name="Google Shape;262;p3"/>
          <p:cNvSpPr/>
          <p:nvPr/>
        </p:nvSpPr>
        <p:spPr>
          <a:xfrm>
            <a:off x="1742996" y="1708273"/>
            <a:ext cx="91936" cy="92889"/>
          </a:xfrm>
          <a:prstGeom prst="rtTriangle">
            <a:avLst/>
          </a:prstGeom>
          <a:solidFill>
            <a:srgbClr val="436AB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63" name="Google Shape;263;p3"/>
          <p:cNvSpPr/>
          <p:nvPr/>
        </p:nvSpPr>
        <p:spPr>
          <a:xfrm>
            <a:off x="1742996" y="3337662"/>
            <a:ext cx="91800" cy="93000"/>
          </a:xfrm>
          <a:prstGeom prst="rtTriangle">
            <a:avLst/>
          </a:prstGeom>
          <a:solidFill>
            <a:srgbClr val="93959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64" name="Google Shape;264;p3"/>
          <p:cNvSpPr/>
          <p:nvPr/>
        </p:nvSpPr>
        <p:spPr>
          <a:xfrm>
            <a:off x="1742996" y="4633062"/>
            <a:ext cx="91800" cy="93000"/>
          </a:xfrm>
          <a:prstGeom prst="rtTriangle">
            <a:avLst/>
          </a:prstGeom>
          <a:solidFill>
            <a:srgbClr val="93959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
          <p:cNvSpPr txBox="1"/>
          <p:nvPr>
            <p:ph idx="1" type="body"/>
          </p:nvPr>
        </p:nvSpPr>
        <p:spPr>
          <a:xfrm>
            <a:off x="341298" y="199404"/>
            <a:ext cx="11407790" cy="36929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2800"/>
              <a:buFont typeface="Arial"/>
              <a:buNone/>
            </a:pPr>
            <a:r>
              <a:rPr lang="en-US" sz="2000"/>
              <a:t>Problem statement: Provide a short description of the problem</a:t>
            </a:r>
            <a:endParaRPr/>
          </a:p>
        </p:txBody>
      </p:sp>
      <p:sp>
        <p:nvSpPr>
          <p:cNvPr id="270" name="Google Shape;270;p4"/>
          <p:cNvSpPr/>
          <p:nvPr/>
        </p:nvSpPr>
        <p:spPr>
          <a:xfrm>
            <a:off x="354000" y="562328"/>
            <a:ext cx="11395200" cy="893700"/>
          </a:xfrm>
          <a:prstGeom prst="rect">
            <a:avLst/>
          </a:prstGeom>
          <a:noFill/>
          <a:ln>
            <a:noFill/>
          </a:ln>
        </p:spPr>
        <p:txBody>
          <a:bodyPr anchorCtr="0" anchor="t" bIns="45700" lIns="91425" spcFirstLastPara="1" rIns="91425" wrap="square" tIns="45700">
            <a:spAutoFit/>
          </a:bodyPr>
          <a:lstStyle/>
          <a:p>
            <a:pPr indent="0" lvl="0" marL="0" marR="0" rtl="0" algn="l">
              <a:lnSpc>
                <a:spcPct val="114000"/>
              </a:lnSpc>
              <a:spcBef>
                <a:spcPts val="0"/>
              </a:spcBef>
              <a:spcAft>
                <a:spcPts val="0"/>
              </a:spcAft>
              <a:buNone/>
            </a:pPr>
            <a:r>
              <a:rPr b="1" i="1" lang="en-US" sz="1600">
                <a:solidFill>
                  <a:srgbClr val="00BFDF"/>
                </a:solidFill>
                <a:latin typeface="Trebuchet MS"/>
                <a:ea typeface="Trebuchet MS"/>
                <a:cs typeface="Trebuchet MS"/>
                <a:sym typeface="Trebuchet MS"/>
              </a:rPr>
              <a:t>Informal transport operators across East Africa have no verifiable digital identity, leaving passengers with no reliable way to confirm who they are boarding with. This anonymity fuels impersonation, assault, robbery, and untraceable crimes against millions of daily commuters.</a:t>
            </a:r>
            <a:endParaRPr b="0" i="0" sz="1400" u="none" cap="none" strike="noStrike">
              <a:solidFill>
                <a:srgbClr val="000000"/>
              </a:solidFill>
              <a:latin typeface="Arial"/>
              <a:ea typeface="Arial"/>
              <a:cs typeface="Arial"/>
              <a:sym typeface="Arial"/>
            </a:endParaRPr>
          </a:p>
        </p:txBody>
      </p:sp>
      <p:sp>
        <p:nvSpPr>
          <p:cNvPr id="271" name="Google Shape;271;p4"/>
          <p:cNvSpPr/>
          <p:nvPr/>
        </p:nvSpPr>
        <p:spPr>
          <a:xfrm>
            <a:off x="653143" y="1456024"/>
            <a:ext cx="10983686" cy="338550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600"/>
              </a:spcBef>
              <a:spcAft>
                <a:spcPts val="0"/>
              </a:spcAft>
              <a:buClr>
                <a:srgbClr val="000000"/>
              </a:buClr>
              <a:buSzPts val="1500"/>
              <a:buFont typeface="Arial"/>
              <a:buAutoNum type="arabicPeriod"/>
            </a:pPr>
            <a:r>
              <a:rPr b="1" i="0" lang="en-US" sz="1500" u="none" cap="none" strike="noStrike">
                <a:solidFill>
                  <a:srgbClr val="284181"/>
                </a:solidFill>
                <a:latin typeface="Trebuchet MS"/>
                <a:ea typeface="Trebuchet MS"/>
                <a:cs typeface="Trebuchet MS"/>
                <a:sym typeface="Trebuchet MS"/>
              </a:rPr>
              <a:t>What is the current process for accessing benefits, completing transactions, or engaging with systems?</a:t>
            </a:r>
            <a:br>
              <a:rPr b="1" i="0" lang="en-US" sz="1500" u="none" cap="none" strike="noStrike">
                <a:solidFill>
                  <a:srgbClr val="284181"/>
                </a:solidFill>
                <a:latin typeface="Trebuchet MS"/>
                <a:ea typeface="Trebuchet MS"/>
                <a:cs typeface="Trebuchet MS"/>
                <a:sym typeface="Trebuchet MS"/>
              </a:rPr>
            </a:br>
            <a:r>
              <a:rPr i="1" lang="en-US">
                <a:solidFill>
                  <a:srgbClr val="767171"/>
                </a:solidFill>
                <a:latin typeface="Trebuchet MS"/>
                <a:ea typeface="Trebuchet MS"/>
                <a:cs typeface="Trebuchet MS"/>
                <a:sym typeface="Trebuchet MS"/>
              </a:rPr>
              <a:t>Passengers currently board boda-bodas and informal taxis based entirely on visual trust. There is no standard verification process. In some areas, SACCOs and stages issue physical membership cards or badges, but these are paper-based, easily forged, and not linked to any national identity record. A passenger has no way to confirm whether the person in front of them is who they claim to be, whether the vehicle is registered to that rider, or whether that operator has a history of misconduct.</a:t>
            </a:r>
            <a:endParaRPr b="0" i="1" sz="1600" u="none" cap="none" strike="noStrike">
              <a:solidFill>
                <a:srgbClr val="284181"/>
              </a:solidFill>
              <a:latin typeface="Trebuchet MS"/>
              <a:ea typeface="Trebuchet MS"/>
              <a:cs typeface="Trebuchet MS"/>
              <a:sym typeface="Trebuchet MS"/>
            </a:endParaRPr>
          </a:p>
          <a:p>
            <a:pPr indent="-342900" lvl="0" marL="342900" marR="0" rtl="0" algn="l">
              <a:spcBef>
                <a:spcPts val="600"/>
              </a:spcBef>
              <a:spcAft>
                <a:spcPts val="0"/>
              </a:spcAft>
              <a:buClr>
                <a:srgbClr val="000000"/>
              </a:buClr>
              <a:buSzPts val="1500"/>
              <a:buFont typeface="Arial"/>
              <a:buAutoNum type="arabicPeriod"/>
            </a:pPr>
            <a:r>
              <a:rPr b="1" i="0" lang="en-US" sz="1500" u="none" cap="none" strike="noStrike">
                <a:solidFill>
                  <a:srgbClr val="284181"/>
                </a:solidFill>
                <a:latin typeface="Trebuchet MS"/>
                <a:ea typeface="Trebuchet MS"/>
                <a:cs typeface="Trebuchet MS"/>
                <a:sym typeface="Trebuchet MS"/>
              </a:rPr>
              <a:t>What barriers do citizens or businesses face in this process, and who is most affected?</a:t>
            </a:r>
            <a:br>
              <a:rPr b="1" i="0" lang="en-US" sz="1500" u="none" cap="none" strike="noStrike">
                <a:solidFill>
                  <a:srgbClr val="284181"/>
                </a:solidFill>
                <a:latin typeface="Trebuchet MS"/>
                <a:ea typeface="Trebuchet MS"/>
                <a:cs typeface="Trebuchet MS"/>
                <a:sym typeface="Trebuchet MS"/>
              </a:rPr>
            </a:br>
            <a:r>
              <a:rPr i="1" lang="en-US">
                <a:solidFill>
                  <a:srgbClr val="767171"/>
                </a:solidFill>
                <a:latin typeface="Trebuchet MS"/>
                <a:ea typeface="Trebuchet MS"/>
                <a:cs typeface="Trebuchet MS"/>
                <a:sym typeface="Trebuchet MS"/>
              </a:rPr>
              <a:t>Passengers have no accessible tool to verify operator identity before boarding. Feature phone users and those without data access cannot use existing app-based safety solutions like Uber or SafeBoda, which also exclude informal operators through commission models and smartphone requirements. Women, students, night commuters, and people in peri-urban and rural areas are most exposed, as they rely heavily on informal transport and have the least recourse when incidents occur.</a:t>
            </a:r>
            <a:endParaRPr/>
          </a:p>
          <a:p>
            <a:pPr indent="-342900" lvl="0" marL="342900" marR="0" rtl="0" algn="l">
              <a:spcBef>
                <a:spcPts val="600"/>
              </a:spcBef>
              <a:spcAft>
                <a:spcPts val="0"/>
              </a:spcAft>
              <a:buClr>
                <a:srgbClr val="000000"/>
              </a:buClr>
              <a:buSzPts val="1600"/>
              <a:buFont typeface="Arial"/>
              <a:buAutoNum type="arabicPeriod"/>
            </a:pPr>
            <a:r>
              <a:rPr b="1" i="0" lang="en-US" sz="1600" u="none" cap="none" strike="noStrike">
                <a:solidFill>
                  <a:srgbClr val="284181"/>
                </a:solidFill>
                <a:latin typeface="Trebuchet MS"/>
                <a:ea typeface="Trebuchet MS"/>
                <a:cs typeface="Trebuchet MS"/>
                <a:sym typeface="Trebuchet MS"/>
              </a:rPr>
              <a:t>How does the absence of an integrated digital ID cause or worsen these barriers?</a:t>
            </a:r>
            <a:br>
              <a:rPr b="1" i="0" lang="en-US" sz="1600" u="none" cap="none" strike="noStrike">
                <a:solidFill>
                  <a:srgbClr val="284181"/>
                </a:solidFill>
                <a:latin typeface="Trebuchet MS"/>
                <a:ea typeface="Trebuchet MS"/>
                <a:cs typeface="Trebuchet MS"/>
                <a:sym typeface="Trebuchet MS"/>
              </a:rPr>
            </a:br>
            <a:r>
              <a:rPr i="1" lang="en-US">
                <a:solidFill>
                  <a:srgbClr val="767171"/>
                </a:solidFill>
                <a:latin typeface="Trebuchet MS"/>
                <a:ea typeface="Trebuchet MS"/>
                <a:cs typeface="Trebuchet MS"/>
                <a:sym typeface="Trebuchet MS"/>
              </a:rPr>
              <a:t>Without a digital identity layer, there is no way to de-duplicate operators, confirm authenticity of a badge, or link a rider to a specific vehicle. An operator can register under a false name at multiple stages. A suspended or criminal rider can continue operating because there is no shared revocation system. Incident investigations stall because there is no verifiable record connecting a rider to a trip. The absence of digital ID means accountability does not exist at any point in the transaction.</a:t>
            </a:r>
            <a:endParaRPr i="1">
              <a:solidFill>
                <a:srgbClr val="767171"/>
              </a:solidFill>
              <a:latin typeface="Trebuchet MS"/>
              <a:ea typeface="Trebuchet MS"/>
              <a:cs typeface="Trebuchet MS"/>
              <a:sym typeface="Trebuchet MS"/>
            </a:endParaRPr>
          </a:p>
          <a:p>
            <a:pPr indent="-342900" lvl="0" marL="342900" marR="0" rtl="0" algn="l">
              <a:spcBef>
                <a:spcPts val="600"/>
              </a:spcBef>
              <a:spcAft>
                <a:spcPts val="0"/>
              </a:spcAft>
              <a:buClr>
                <a:srgbClr val="000000"/>
              </a:buClr>
              <a:buSzPts val="1600"/>
              <a:buFont typeface="Arial"/>
              <a:buAutoNum type="arabicPeriod"/>
            </a:pPr>
            <a:r>
              <a:rPr b="1" i="0" lang="en-US" sz="1600" u="none" cap="none" strike="noStrike">
                <a:solidFill>
                  <a:srgbClr val="284181"/>
                </a:solidFill>
                <a:latin typeface="Trebuchet MS"/>
                <a:ea typeface="Trebuchet MS"/>
                <a:cs typeface="Trebuchet MS"/>
                <a:sym typeface="Trebuchet MS"/>
              </a:rPr>
              <a:t>What is the scale and urgency of this problem?</a:t>
            </a:r>
            <a:br>
              <a:rPr b="1" i="0" lang="en-US" sz="1600" u="none" cap="none" strike="noStrike">
                <a:solidFill>
                  <a:srgbClr val="284181"/>
                </a:solidFill>
                <a:latin typeface="Trebuchet MS"/>
                <a:ea typeface="Trebuchet MS"/>
                <a:cs typeface="Trebuchet MS"/>
                <a:sym typeface="Trebuchet MS"/>
              </a:rPr>
            </a:br>
            <a:r>
              <a:rPr i="1" lang="en-US">
                <a:solidFill>
                  <a:srgbClr val="767171"/>
                </a:solidFill>
                <a:latin typeface="Trebuchet MS"/>
                <a:ea typeface="Trebuchet MS"/>
                <a:cs typeface="Trebuchet MS"/>
                <a:sym typeface="Trebuchet MS"/>
              </a:rPr>
              <a:t>Kenya's boda-boda sector alone is valued at KES 660 billion annually, representing 4.4% of GDP, with millions of daily trips taken by ordinary citizens. Kenya's National Crime Research Centre found that 71.9% of motorcycle-related crimes involve casual or commission riders and 66.5% involve rented motorcycles with no adequate identity checks. Uganda Police documented an organised taxi gang responsible for the abduction and murder of female passengers in Kajjansi. These are not isolated incidents but regional patterns driven by a structural identity gap that affects every informal transport user across East Africa every single day.</a:t>
            </a:r>
            <a:endParaRPr b="1" i="1" sz="1400" u="none" cap="none" strike="noStrike">
              <a:solidFill>
                <a:srgbClr val="284181"/>
              </a:solidFill>
              <a:latin typeface="Trebuchet MS"/>
              <a:ea typeface="Trebuchet MS"/>
              <a:cs typeface="Trebuchet MS"/>
              <a:sym typeface="Trebuchet MS"/>
            </a:endParaRPr>
          </a:p>
          <a:p>
            <a:pPr indent="-247650" lvl="0" marL="342900" marR="0" rtl="0" algn="l">
              <a:spcBef>
                <a:spcPts val="60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5"/>
          <p:cNvSpPr txBox="1"/>
          <p:nvPr>
            <p:ph idx="1" type="body"/>
          </p:nvPr>
        </p:nvSpPr>
        <p:spPr>
          <a:xfrm>
            <a:off x="341298" y="199404"/>
            <a:ext cx="11407790" cy="36929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2800"/>
              <a:buFont typeface="Arial"/>
              <a:buNone/>
            </a:pPr>
            <a:r>
              <a:rPr lang="en-US" sz="2000"/>
              <a:t>Proposed solution overview</a:t>
            </a:r>
            <a:endParaRPr/>
          </a:p>
        </p:txBody>
      </p:sp>
      <p:sp>
        <p:nvSpPr>
          <p:cNvPr id="277" name="Google Shape;277;p5"/>
          <p:cNvSpPr/>
          <p:nvPr/>
        </p:nvSpPr>
        <p:spPr>
          <a:xfrm>
            <a:off x="332225" y="605844"/>
            <a:ext cx="11674800" cy="6492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b="1" lang="en-US" sz="900">
                <a:solidFill>
                  <a:srgbClr val="00BFDF"/>
                </a:solidFill>
                <a:latin typeface="Trebuchet MS"/>
                <a:ea typeface="Trebuchet MS"/>
                <a:cs typeface="Trebuchet MS"/>
                <a:sym typeface="Trebuchet MS"/>
              </a:rPr>
              <a:t>SafeRide is a digital trust overlay for informal transport. We enroll boda-boda riders and taxi drivers through their national identity system and issue each operator a cryptographically signed digital credential tied to their verified identity and authorised vehicle. This credential is displayed as a QR code on a tamper-resistant badge on the vehicle. Before boarding, any passenger can scan the badge or dial a short USSD code to instantly see whether the operator is verified, active, and matched to the vehicle in front of them. Suspended or flagged operators are immediately unverifiable. Passengers can also share trip details with trusted contacts in one tap.</a:t>
            </a:r>
            <a:endParaRPr b="1" sz="900">
              <a:solidFill>
                <a:srgbClr val="00BFDF"/>
              </a:solidFill>
              <a:latin typeface="Trebuchet MS"/>
              <a:ea typeface="Trebuchet MS"/>
              <a:cs typeface="Trebuchet MS"/>
              <a:sym typeface="Trebuchet MS"/>
            </a:endParaRPr>
          </a:p>
          <a:p>
            <a:pPr indent="0" lvl="0" marL="0" marR="0" rtl="0" algn="l">
              <a:lnSpc>
                <a:spcPct val="114000"/>
              </a:lnSpc>
              <a:spcBef>
                <a:spcPts val="1200"/>
              </a:spcBef>
              <a:spcAft>
                <a:spcPts val="0"/>
              </a:spcAft>
              <a:buNone/>
            </a:pPr>
            <a:r>
              <a:t/>
            </a:r>
            <a:endParaRPr b="1" sz="900">
              <a:solidFill>
                <a:srgbClr val="00BFDF"/>
              </a:solidFill>
              <a:latin typeface="Trebuchet MS"/>
              <a:ea typeface="Trebuchet MS"/>
              <a:cs typeface="Trebuchet MS"/>
              <a:sym typeface="Trebuchet MS"/>
            </a:endParaRPr>
          </a:p>
        </p:txBody>
      </p:sp>
      <p:sp>
        <p:nvSpPr>
          <p:cNvPr id="278" name="Google Shape;278;p5"/>
          <p:cNvSpPr/>
          <p:nvPr/>
        </p:nvSpPr>
        <p:spPr>
          <a:xfrm>
            <a:off x="354010" y="1346124"/>
            <a:ext cx="11395078" cy="844368"/>
          </a:xfrm>
          <a:prstGeom prst="rect">
            <a:avLst/>
          </a:prstGeom>
          <a:solidFill>
            <a:srgbClr val="E6E7E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79" name="Google Shape;279;p5"/>
          <p:cNvSpPr/>
          <p:nvPr/>
        </p:nvSpPr>
        <p:spPr>
          <a:xfrm rot="10800000">
            <a:off x="762105" y="1253235"/>
            <a:ext cx="1153944" cy="1089891"/>
          </a:xfrm>
          <a:custGeom>
            <a:rect b="b" l="l" r="r" t="t"/>
            <a:pathLst>
              <a:path extrusionOk="0" h="2155104" w="1609345">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80" name="Google Shape;280;p5"/>
          <p:cNvSpPr/>
          <p:nvPr/>
        </p:nvSpPr>
        <p:spPr>
          <a:xfrm>
            <a:off x="874686" y="1389827"/>
            <a:ext cx="928781" cy="81741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84181"/>
              </a:buClr>
              <a:buSzPts val="2800"/>
              <a:buFont typeface="Trebuchet MS"/>
              <a:buNone/>
            </a:pPr>
            <a:r>
              <a:rPr b="1" i="0" lang="en-US" sz="2800" u="none" cap="none" strike="noStrike">
                <a:solidFill>
                  <a:srgbClr val="284181"/>
                </a:solidFill>
                <a:latin typeface="Trebuchet MS"/>
                <a:ea typeface="Trebuchet MS"/>
                <a:cs typeface="Trebuchet MS"/>
                <a:sym typeface="Trebuchet MS"/>
              </a:rPr>
              <a:t>01</a:t>
            </a:r>
            <a:endParaRPr b="1" i="0" sz="2800" u="none" cap="none" strike="noStrike">
              <a:solidFill>
                <a:srgbClr val="284181"/>
              </a:solidFill>
              <a:latin typeface="Trebuchet MS"/>
              <a:ea typeface="Trebuchet MS"/>
              <a:cs typeface="Trebuchet MS"/>
              <a:sym typeface="Trebuchet MS"/>
            </a:endParaRPr>
          </a:p>
        </p:txBody>
      </p:sp>
      <p:sp>
        <p:nvSpPr>
          <p:cNvPr id="281" name="Google Shape;281;p5"/>
          <p:cNvSpPr txBox="1"/>
          <p:nvPr/>
        </p:nvSpPr>
        <p:spPr>
          <a:xfrm>
            <a:off x="2015919" y="1594727"/>
            <a:ext cx="9501300" cy="5079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1800"/>
              <a:buFont typeface="Arial"/>
              <a:buNone/>
            </a:pPr>
            <a:r>
              <a:rPr b="1" i="1" lang="en-US" sz="1000">
                <a:solidFill>
                  <a:srgbClr val="284181"/>
                </a:solidFill>
                <a:latin typeface="Trebuchet MS"/>
                <a:ea typeface="Trebuchet MS"/>
                <a:cs typeface="Trebuchet MS"/>
                <a:sym typeface="Trebuchet MS"/>
              </a:rPr>
              <a:t>SafeRide enrolls boda-boda riders and taxi drivers through their national identity system and issues each operator a signed digital credential tied to their verified identity and authorised vehicle. Before boarding, any passenger scans a QR badge or dials a USSD code to instantly confirm the operator is verified, active, and matched to the vehicle in front of them. Suspended or flagged operators are immediately unverifiable.</a:t>
            </a:r>
            <a:endParaRPr sz="1000"/>
          </a:p>
        </p:txBody>
      </p:sp>
      <p:sp>
        <p:nvSpPr>
          <p:cNvPr id="282" name="Google Shape;282;p5"/>
          <p:cNvSpPr/>
          <p:nvPr/>
        </p:nvSpPr>
        <p:spPr>
          <a:xfrm>
            <a:off x="354021" y="2695636"/>
            <a:ext cx="11395200" cy="844500"/>
          </a:xfrm>
          <a:prstGeom prst="rect">
            <a:avLst/>
          </a:prstGeom>
          <a:solidFill>
            <a:srgbClr val="E6E7E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83" name="Google Shape;283;p5"/>
          <p:cNvSpPr/>
          <p:nvPr/>
        </p:nvSpPr>
        <p:spPr>
          <a:xfrm rot="10800000">
            <a:off x="762105" y="2526422"/>
            <a:ext cx="1153944" cy="1089891"/>
          </a:xfrm>
          <a:custGeom>
            <a:rect b="b" l="l" r="r" t="t"/>
            <a:pathLst>
              <a:path extrusionOk="0" h="2155104" w="1609345">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rgbClr val="00BFD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84" name="Google Shape;284;p5"/>
          <p:cNvSpPr/>
          <p:nvPr/>
        </p:nvSpPr>
        <p:spPr>
          <a:xfrm>
            <a:off x="874687" y="2662658"/>
            <a:ext cx="928781" cy="81741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FDF"/>
              </a:buClr>
              <a:buSzPts val="2800"/>
              <a:buFont typeface="Trebuchet MS"/>
              <a:buNone/>
            </a:pPr>
            <a:r>
              <a:rPr b="1" i="0" lang="en-US" sz="2800" u="none" cap="none" strike="noStrike">
                <a:solidFill>
                  <a:srgbClr val="00BFDF"/>
                </a:solidFill>
                <a:latin typeface="Trebuchet MS"/>
                <a:ea typeface="Trebuchet MS"/>
                <a:cs typeface="Trebuchet MS"/>
                <a:sym typeface="Trebuchet MS"/>
              </a:rPr>
              <a:t>02</a:t>
            </a:r>
            <a:endParaRPr b="1" i="0" sz="2800" u="none" cap="none" strike="noStrike">
              <a:solidFill>
                <a:srgbClr val="00BFDF"/>
              </a:solidFill>
              <a:latin typeface="Trebuchet MS"/>
              <a:ea typeface="Trebuchet MS"/>
              <a:cs typeface="Trebuchet MS"/>
              <a:sym typeface="Trebuchet MS"/>
            </a:endParaRPr>
          </a:p>
        </p:txBody>
      </p:sp>
      <p:sp>
        <p:nvSpPr>
          <p:cNvPr id="285" name="Google Shape;285;p5"/>
          <p:cNvSpPr txBox="1"/>
          <p:nvPr/>
        </p:nvSpPr>
        <p:spPr>
          <a:xfrm>
            <a:off x="2015919" y="2871465"/>
            <a:ext cx="9501300" cy="6465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BFDF"/>
              </a:buClr>
              <a:buSzPts val="1800"/>
              <a:buFont typeface="Arial"/>
              <a:buNone/>
            </a:pPr>
            <a:r>
              <a:rPr b="1" i="1" lang="en-US" sz="1000">
                <a:solidFill>
                  <a:srgbClr val="00BFDF"/>
                </a:solidFill>
                <a:latin typeface="Trebuchet MS"/>
                <a:ea typeface="Trebuchet MS"/>
                <a:cs typeface="Trebuchet MS"/>
                <a:sym typeface="Trebuchet MS"/>
              </a:rPr>
              <a:t>Operators are authenticated through eSignet, which verifies their national identity using biometrics or OTP, and Inji Certify issues a Verifiable Credential binding the operator to their vehicle. That credential lives in the driver's Inji Wallet and can be verified offline by a passenger using Inji Verify with no live server connection required. A revocable Virtual ID is used on the badge instead of the real national ID, so if a badge is stolen it can be invalidated without affecting the operator's national identity.</a:t>
            </a:r>
            <a:endParaRPr b="1" i="1" sz="1000" u="none" cap="none" strike="noStrike">
              <a:solidFill>
                <a:srgbClr val="284181"/>
              </a:solidFill>
              <a:latin typeface="Trebuchet MS"/>
              <a:ea typeface="Trebuchet MS"/>
              <a:cs typeface="Trebuchet MS"/>
              <a:sym typeface="Trebuchet MS"/>
            </a:endParaRPr>
          </a:p>
        </p:txBody>
      </p:sp>
      <p:sp>
        <p:nvSpPr>
          <p:cNvPr id="286" name="Google Shape;286;p5"/>
          <p:cNvSpPr/>
          <p:nvPr/>
        </p:nvSpPr>
        <p:spPr>
          <a:xfrm>
            <a:off x="354010" y="3892498"/>
            <a:ext cx="11395076" cy="844368"/>
          </a:xfrm>
          <a:prstGeom prst="rect">
            <a:avLst/>
          </a:prstGeom>
          <a:solidFill>
            <a:srgbClr val="E6E7E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87" name="Google Shape;287;p5"/>
          <p:cNvSpPr/>
          <p:nvPr/>
        </p:nvSpPr>
        <p:spPr>
          <a:xfrm rot="10800000">
            <a:off x="762105" y="3799609"/>
            <a:ext cx="1153944" cy="1089891"/>
          </a:xfrm>
          <a:custGeom>
            <a:rect b="b" l="l" r="r" t="t"/>
            <a:pathLst>
              <a:path extrusionOk="0" h="2155104" w="1609345">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rgbClr val="5A5A5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88" name="Google Shape;288;p5"/>
          <p:cNvSpPr/>
          <p:nvPr/>
        </p:nvSpPr>
        <p:spPr>
          <a:xfrm>
            <a:off x="874687" y="3935845"/>
            <a:ext cx="928781" cy="81741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2800"/>
              <a:buFont typeface="Trebuchet MS"/>
              <a:buNone/>
            </a:pPr>
            <a:r>
              <a:rPr b="1" i="0" lang="en-US" sz="2800" u="none" cap="none" strike="noStrike">
                <a:solidFill>
                  <a:srgbClr val="5A5A5A"/>
                </a:solidFill>
                <a:latin typeface="Trebuchet MS"/>
                <a:ea typeface="Trebuchet MS"/>
                <a:cs typeface="Trebuchet MS"/>
                <a:sym typeface="Trebuchet MS"/>
              </a:rPr>
              <a:t>03</a:t>
            </a:r>
            <a:endParaRPr b="1" i="0" sz="2800" u="none" cap="none" strike="noStrike">
              <a:solidFill>
                <a:srgbClr val="5A5A5A"/>
              </a:solidFill>
              <a:latin typeface="Trebuchet MS"/>
              <a:ea typeface="Trebuchet MS"/>
              <a:cs typeface="Trebuchet MS"/>
              <a:sym typeface="Trebuchet MS"/>
            </a:endParaRPr>
          </a:p>
        </p:txBody>
      </p:sp>
      <p:sp>
        <p:nvSpPr>
          <p:cNvPr id="289" name="Google Shape;289;p5"/>
          <p:cNvSpPr txBox="1"/>
          <p:nvPr/>
        </p:nvSpPr>
        <p:spPr>
          <a:xfrm>
            <a:off x="2015918" y="4052211"/>
            <a:ext cx="9501300" cy="5079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5A5A5A"/>
              </a:buClr>
              <a:buSzPts val="1800"/>
              <a:buFont typeface="Arial"/>
              <a:buNone/>
            </a:pPr>
            <a:r>
              <a:rPr b="1" i="1" lang="en-US" sz="1000">
                <a:solidFill>
                  <a:srgbClr val="5A5A5A"/>
                </a:solidFill>
                <a:latin typeface="Trebuchet MS"/>
                <a:ea typeface="Trebuchet MS"/>
                <a:cs typeface="Trebuchet MS"/>
                <a:sym typeface="Trebuchet MS"/>
              </a:rPr>
              <a:t>SafeRide is the only transport safety solution that works across QR, NFC, USSD, SMS, and voice, reaching passengers with feature phones and no data. Real-time status management by SACCOs, consent-based data disclosure, emergency trip sharing, and a stage leader portal for passengers without any phone make it fully inclusive. No other solution serves informal operators and low-resource passengers simultaneously.</a:t>
            </a:r>
            <a:endParaRPr sz="1000"/>
          </a:p>
        </p:txBody>
      </p:sp>
      <p:sp>
        <p:nvSpPr>
          <p:cNvPr id="290" name="Google Shape;290;p5"/>
          <p:cNvSpPr/>
          <p:nvPr/>
        </p:nvSpPr>
        <p:spPr>
          <a:xfrm>
            <a:off x="1916048" y="2526422"/>
            <a:ext cx="91936" cy="92889"/>
          </a:xfrm>
          <a:prstGeom prst="rtTriangle">
            <a:avLst/>
          </a:prstGeom>
          <a:solidFill>
            <a:srgbClr val="6ECFE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91" name="Google Shape;291;p5"/>
          <p:cNvSpPr/>
          <p:nvPr/>
        </p:nvSpPr>
        <p:spPr>
          <a:xfrm>
            <a:off x="1916048" y="1255080"/>
            <a:ext cx="91936" cy="92889"/>
          </a:xfrm>
          <a:prstGeom prst="rtTriangle">
            <a:avLst/>
          </a:prstGeom>
          <a:solidFill>
            <a:srgbClr val="436AB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92" name="Google Shape;292;p5"/>
          <p:cNvSpPr/>
          <p:nvPr/>
        </p:nvSpPr>
        <p:spPr>
          <a:xfrm>
            <a:off x="1916048" y="3799609"/>
            <a:ext cx="91936" cy="92889"/>
          </a:xfrm>
          <a:prstGeom prst="rtTriangle">
            <a:avLst/>
          </a:prstGeom>
          <a:solidFill>
            <a:srgbClr val="93959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93" name="Google Shape;293;p5"/>
          <p:cNvSpPr/>
          <p:nvPr/>
        </p:nvSpPr>
        <p:spPr>
          <a:xfrm>
            <a:off x="341298" y="5140229"/>
            <a:ext cx="11395078" cy="844368"/>
          </a:xfrm>
          <a:prstGeom prst="rect">
            <a:avLst/>
          </a:prstGeom>
          <a:solidFill>
            <a:srgbClr val="E6E7E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94" name="Google Shape;294;p5"/>
          <p:cNvSpPr/>
          <p:nvPr/>
        </p:nvSpPr>
        <p:spPr>
          <a:xfrm rot="10800000">
            <a:off x="749393" y="5047340"/>
            <a:ext cx="1153944" cy="1089891"/>
          </a:xfrm>
          <a:custGeom>
            <a:rect b="b" l="l" r="r" t="t"/>
            <a:pathLst>
              <a:path extrusionOk="0" h="2155104" w="1609345">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95" name="Google Shape;295;p5"/>
          <p:cNvSpPr/>
          <p:nvPr/>
        </p:nvSpPr>
        <p:spPr>
          <a:xfrm>
            <a:off x="861974" y="5183932"/>
            <a:ext cx="928781" cy="81741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84181"/>
              </a:buClr>
              <a:buSzPts val="2800"/>
              <a:buFont typeface="Trebuchet MS"/>
              <a:buNone/>
            </a:pPr>
            <a:r>
              <a:rPr b="1" i="0" lang="en-US" sz="2800" u="none" cap="none" strike="noStrike">
                <a:solidFill>
                  <a:srgbClr val="284181"/>
                </a:solidFill>
                <a:latin typeface="Trebuchet MS"/>
                <a:ea typeface="Trebuchet MS"/>
                <a:cs typeface="Trebuchet MS"/>
                <a:sym typeface="Trebuchet MS"/>
              </a:rPr>
              <a:t>04</a:t>
            </a:r>
            <a:endParaRPr b="1" i="0" sz="2800" u="none" cap="none" strike="noStrike">
              <a:solidFill>
                <a:srgbClr val="284181"/>
              </a:solidFill>
              <a:latin typeface="Trebuchet MS"/>
              <a:ea typeface="Trebuchet MS"/>
              <a:cs typeface="Trebuchet MS"/>
              <a:sym typeface="Trebuchet MS"/>
            </a:endParaRPr>
          </a:p>
        </p:txBody>
      </p:sp>
      <p:sp>
        <p:nvSpPr>
          <p:cNvPr id="296" name="Google Shape;296;p5"/>
          <p:cNvSpPr txBox="1"/>
          <p:nvPr/>
        </p:nvSpPr>
        <p:spPr>
          <a:xfrm>
            <a:off x="2015919" y="5308452"/>
            <a:ext cx="9501300" cy="5079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1800"/>
              <a:buFont typeface="Arial"/>
              <a:buNone/>
            </a:pPr>
            <a:r>
              <a:rPr b="1" i="1" lang="en-US" sz="1000">
                <a:solidFill>
                  <a:srgbClr val="284181"/>
                </a:solidFill>
                <a:latin typeface="Trebuchet MS"/>
                <a:ea typeface="Trebuchet MS"/>
                <a:cs typeface="Trebuchet MS"/>
                <a:sym typeface="Trebuchet MS"/>
              </a:rPr>
              <a:t>The country must have an active MOSIP national ID deployment, which is already the case across several East African countries. Transport associations and SACCOs must serve as enrollment points, which is feasible since they already govern their members and benefit from a trusted operator reputation. For operators without smartphones, a physical badge with a signed QR code and USSD fallback is sufficient for the system to work.</a:t>
            </a:r>
            <a:endParaRPr b="1" i="1" sz="1000" u="none" cap="none" strike="noStrike">
              <a:solidFill>
                <a:srgbClr val="284181"/>
              </a:solidFill>
              <a:latin typeface="Trebuchet MS"/>
              <a:ea typeface="Trebuchet MS"/>
              <a:cs typeface="Trebuchet MS"/>
              <a:sym typeface="Trebuchet MS"/>
            </a:endParaRPr>
          </a:p>
        </p:txBody>
      </p:sp>
      <p:sp>
        <p:nvSpPr>
          <p:cNvPr id="297" name="Google Shape;297;p5"/>
          <p:cNvSpPr/>
          <p:nvPr/>
        </p:nvSpPr>
        <p:spPr>
          <a:xfrm>
            <a:off x="1903336" y="5049185"/>
            <a:ext cx="91936" cy="92889"/>
          </a:xfrm>
          <a:prstGeom prst="rtTriangle">
            <a:avLst/>
          </a:prstGeom>
          <a:solidFill>
            <a:srgbClr val="436AB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6"/>
          <p:cNvSpPr txBox="1"/>
          <p:nvPr>
            <p:ph idx="1" type="body"/>
          </p:nvPr>
        </p:nvSpPr>
        <p:spPr>
          <a:xfrm>
            <a:off x="341298" y="199404"/>
            <a:ext cx="11407790" cy="36929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2800"/>
              <a:buFont typeface="Arial"/>
              <a:buNone/>
            </a:pPr>
            <a:r>
              <a:rPr lang="en-US" sz="2000"/>
              <a:t>Information flow (Technical)</a:t>
            </a:r>
            <a:endParaRPr sz="2000"/>
          </a:p>
        </p:txBody>
      </p:sp>
      <p:sp>
        <p:nvSpPr>
          <p:cNvPr id="303" name="Google Shape;303;p6"/>
          <p:cNvSpPr txBox="1"/>
          <p:nvPr>
            <p:ph idx="2" type="body"/>
          </p:nvPr>
        </p:nvSpPr>
        <p:spPr>
          <a:xfrm>
            <a:off x="344740" y="751703"/>
            <a:ext cx="11404348" cy="53549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BFDF"/>
              </a:buClr>
              <a:buSzPts val="1800"/>
              <a:buFont typeface="Arial"/>
              <a:buNone/>
            </a:pPr>
            <a:r>
              <a:rPr lang="en-US"/>
              <a:t>Provide a brief overview of your prototype’s technical framework, highlighting key components and illustrating how data flows through the system. It may include some of the below mentioned components </a:t>
            </a:r>
            <a:endParaRPr/>
          </a:p>
        </p:txBody>
      </p:sp>
      <p:sp>
        <p:nvSpPr>
          <p:cNvPr id="304" name="Google Shape;304;p6"/>
          <p:cNvSpPr txBox="1"/>
          <p:nvPr>
            <p:ph idx="3" type="body"/>
          </p:nvPr>
        </p:nvSpPr>
        <p:spPr>
          <a:xfrm>
            <a:off x="341313" y="1414802"/>
            <a:ext cx="11407775" cy="4673261"/>
          </a:xfrm>
          <a:prstGeom prst="rect">
            <a:avLst/>
          </a:prstGeom>
          <a:noFill/>
          <a:ln>
            <a:noFill/>
          </a:ln>
        </p:spPr>
        <p:txBody>
          <a:bodyPr anchorCtr="0" anchor="t" bIns="45700" lIns="91425" spcFirstLastPara="1" rIns="91425" wrap="square" tIns="45700">
            <a:noAutofit/>
          </a:bodyPr>
          <a:lstStyle/>
          <a:p>
            <a:pPr indent="-342000" lvl="0" marL="352800" rtl="0" algn="l">
              <a:lnSpc>
                <a:spcPct val="100000"/>
              </a:lnSpc>
              <a:spcBef>
                <a:spcPts val="0"/>
              </a:spcBef>
              <a:spcAft>
                <a:spcPts val="0"/>
              </a:spcAft>
              <a:buSzPts val="2000"/>
              <a:buChar char="•"/>
            </a:pPr>
            <a:r>
              <a:rPr lang="en-US" sz="1800"/>
              <a:t>System Diagram</a:t>
            </a:r>
            <a:endParaRPr/>
          </a:p>
          <a:p>
            <a:pPr indent="-342000" lvl="0" marL="352800" rtl="0" algn="l">
              <a:lnSpc>
                <a:spcPct val="100000"/>
              </a:lnSpc>
              <a:spcBef>
                <a:spcPts val="0"/>
              </a:spcBef>
              <a:spcAft>
                <a:spcPts val="0"/>
              </a:spcAft>
              <a:buSzPts val="2000"/>
              <a:buChar char="•"/>
            </a:pPr>
            <a:r>
              <a:rPr lang="en-US" sz="1800"/>
              <a:t>Tech stack description</a:t>
            </a:r>
            <a:endParaRPr/>
          </a:p>
          <a:p>
            <a:pPr indent="-342000" lvl="0" marL="352800" rtl="0" algn="l">
              <a:lnSpc>
                <a:spcPct val="100000"/>
              </a:lnSpc>
              <a:spcBef>
                <a:spcPts val="0"/>
              </a:spcBef>
              <a:spcAft>
                <a:spcPts val="0"/>
              </a:spcAft>
              <a:buSzPts val="2000"/>
              <a:buChar char="•"/>
            </a:pPr>
            <a:r>
              <a:rPr lang="en-US" sz="1800"/>
              <a:t>Data model and design</a:t>
            </a:r>
            <a:endParaRPr/>
          </a:p>
          <a:p>
            <a:pPr indent="-342000" lvl="0" marL="352800" rtl="0" algn="l">
              <a:lnSpc>
                <a:spcPct val="100000"/>
              </a:lnSpc>
              <a:spcBef>
                <a:spcPts val="0"/>
              </a:spcBef>
              <a:spcAft>
                <a:spcPts val="0"/>
              </a:spcAft>
              <a:buSzPts val="2000"/>
              <a:buChar char="•"/>
            </a:pPr>
            <a:r>
              <a:rPr lang="en-US" sz="1800"/>
              <a:t>Key tools utilized: List any specific libraries or SDKs used (e.g., MOSIP modules)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7"/>
          <p:cNvSpPr txBox="1"/>
          <p:nvPr>
            <p:ph idx="1" type="body"/>
          </p:nvPr>
        </p:nvSpPr>
        <p:spPr>
          <a:xfrm>
            <a:off x="341298" y="199404"/>
            <a:ext cx="11407790" cy="36929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2800"/>
              <a:buFont typeface="Arial"/>
              <a:buNone/>
            </a:pPr>
            <a:r>
              <a:rPr lang="en-US" sz="2000"/>
              <a:t>User journey flow</a:t>
            </a:r>
            <a:endParaRPr/>
          </a:p>
        </p:txBody>
      </p:sp>
      <p:sp>
        <p:nvSpPr>
          <p:cNvPr id="310" name="Google Shape;310;p7"/>
          <p:cNvSpPr/>
          <p:nvPr/>
        </p:nvSpPr>
        <p:spPr>
          <a:xfrm>
            <a:off x="354010" y="638516"/>
            <a:ext cx="11395078" cy="653728"/>
          </a:xfrm>
          <a:prstGeom prst="rect">
            <a:avLst/>
          </a:prstGeom>
          <a:noFill/>
          <a:ln>
            <a:noFill/>
          </a:ln>
        </p:spPr>
        <p:txBody>
          <a:bodyPr anchorCtr="0" anchor="t" bIns="45700" lIns="91425" spcFirstLastPara="1" rIns="91425" wrap="square" tIns="45700">
            <a:spAutoFit/>
          </a:bodyPr>
          <a:lstStyle/>
          <a:p>
            <a:pPr indent="0" lvl="0" marL="0" marR="0" rtl="0" algn="l">
              <a:lnSpc>
                <a:spcPct val="114000"/>
              </a:lnSpc>
              <a:spcBef>
                <a:spcPts val="0"/>
              </a:spcBef>
              <a:spcAft>
                <a:spcPts val="0"/>
              </a:spcAft>
              <a:buClr>
                <a:srgbClr val="000000"/>
              </a:buClr>
              <a:buSzPts val="1600"/>
              <a:buFont typeface="Arial"/>
              <a:buNone/>
            </a:pPr>
            <a:r>
              <a:rPr b="1" i="0" lang="en-US" sz="1600" u="none" cap="none" strike="noStrike">
                <a:solidFill>
                  <a:srgbClr val="00BFDF"/>
                </a:solidFill>
                <a:latin typeface="Trebuchet MS"/>
                <a:ea typeface="Trebuchet MS"/>
                <a:cs typeface="Trebuchet MS"/>
                <a:sym typeface="Trebuchet MS"/>
              </a:rPr>
              <a:t>Show the detailed step-by-step process for a user using your solution in a real-world scenario using icons/ figures. One dummy example given below</a:t>
            </a:r>
            <a:endParaRPr b="0" i="0" sz="1400" u="none" cap="none" strike="noStrike">
              <a:solidFill>
                <a:srgbClr val="000000"/>
              </a:solidFill>
              <a:latin typeface="Arial"/>
              <a:ea typeface="Arial"/>
              <a:cs typeface="Arial"/>
              <a:sym typeface="Arial"/>
            </a:endParaRPr>
          </a:p>
        </p:txBody>
      </p:sp>
      <p:sp>
        <p:nvSpPr>
          <p:cNvPr id="311" name="Google Shape;311;p7"/>
          <p:cNvSpPr/>
          <p:nvPr/>
        </p:nvSpPr>
        <p:spPr>
          <a:xfrm>
            <a:off x="489175" y="1347475"/>
            <a:ext cx="10653000" cy="2308200"/>
          </a:xfrm>
          <a:prstGeom prst="rect">
            <a:avLst/>
          </a:prstGeom>
          <a:noFill/>
          <a:ln>
            <a:noFill/>
          </a:ln>
        </p:spPr>
        <p:txBody>
          <a:bodyPr anchorCtr="0" anchor="t" bIns="45700" lIns="0" spcFirstLastPara="1" rIns="36000" wrap="square" tIns="45700">
            <a:spAutoFit/>
          </a:bodyPr>
          <a:lstStyle/>
          <a:p>
            <a:pPr indent="-311150" lvl="0" marL="457200" rtl="0" algn="l">
              <a:spcBef>
                <a:spcPts val="0"/>
              </a:spcBef>
              <a:spcAft>
                <a:spcPts val="0"/>
              </a:spcAft>
              <a:buClr>
                <a:srgbClr val="595959"/>
              </a:buClr>
              <a:buSzPts val="1300"/>
              <a:buAutoNum type="arabicPeriod"/>
            </a:pPr>
            <a:r>
              <a:rPr i="1" lang="en-US" sz="1800">
                <a:solidFill>
                  <a:srgbClr val="595959"/>
                </a:solidFill>
                <a:latin typeface="Trebuchet MS"/>
                <a:ea typeface="Trebuchet MS"/>
                <a:cs typeface="Trebuchet MS"/>
                <a:sym typeface="Trebuchet MS"/>
              </a:rPr>
              <a:t>Amara, a female student, approaches a boda-boda stage late at night and wants to verify her rider before boarding.</a:t>
            </a:r>
            <a:endParaRPr i="1" sz="1800">
              <a:solidFill>
                <a:srgbClr val="595959"/>
              </a:solidFill>
              <a:latin typeface="Trebuchet MS"/>
              <a:ea typeface="Trebuchet MS"/>
              <a:cs typeface="Trebuchet MS"/>
              <a:sym typeface="Trebuchet MS"/>
            </a:endParaRPr>
          </a:p>
          <a:p>
            <a:pPr indent="-311150" lvl="0" marL="457200" rtl="0" algn="l">
              <a:spcBef>
                <a:spcPts val="0"/>
              </a:spcBef>
              <a:spcAft>
                <a:spcPts val="0"/>
              </a:spcAft>
              <a:buClr>
                <a:srgbClr val="595959"/>
              </a:buClr>
              <a:buSzPts val="1300"/>
              <a:buAutoNum type="arabicPeriod"/>
            </a:pPr>
            <a:r>
              <a:rPr i="1" lang="en-US" sz="1800">
                <a:solidFill>
                  <a:srgbClr val="595959"/>
                </a:solidFill>
                <a:latin typeface="Trebuchet MS"/>
                <a:ea typeface="Trebuchet MS"/>
                <a:cs typeface="Trebuchet MS"/>
                <a:sym typeface="Trebuchet MS"/>
              </a:rPr>
              <a:t>She opens her phone camera and scans the QR code on the rider's badge.</a:t>
            </a:r>
            <a:endParaRPr i="1" sz="1800">
              <a:solidFill>
                <a:srgbClr val="595959"/>
              </a:solidFill>
              <a:latin typeface="Trebuchet MS"/>
              <a:ea typeface="Trebuchet MS"/>
              <a:cs typeface="Trebuchet MS"/>
              <a:sym typeface="Trebuchet MS"/>
            </a:endParaRPr>
          </a:p>
          <a:p>
            <a:pPr indent="-311150" lvl="0" marL="457200" rtl="0" algn="l">
              <a:spcBef>
                <a:spcPts val="0"/>
              </a:spcBef>
              <a:spcAft>
                <a:spcPts val="0"/>
              </a:spcAft>
              <a:buClr>
                <a:srgbClr val="595959"/>
              </a:buClr>
              <a:buSzPts val="1300"/>
              <a:buAutoNum type="arabicPeriod"/>
            </a:pPr>
            <a:r>
              <a:rPr i="1" lang="en-US" sz="1800">
                <a:solidFill>
                  <a:srgbClr val="595959"/>
                </a:solidFill>
                <a:latin typeface="Trebuchet MS"/>
                <a:ea typeface="Trebuchet MS"/>
                <a:cs typeface="Trebuchet MS"/>
                <a:sym typeface="Trebuchet MS"/>
              </a:rPr>
              <a:t>The rider receives a prompt on his Inji Wallet asking him to confirm the sharing request.</a:t>
            </a:r>
            <a:endParaRPr i="1" sz="1800">
              <a:solidFill>
                <a:srgbClr val="595959"/>
              </a:solidFill>
              <a:latin typeface="Trebuchet MS"/>
              <a:ea typeface="Trebuchet MS"/>
              <a:cs typeface="Trebuchet MS"/>
              <a:sym typeface="Trebuchet MS"/>
            </a:endParaRPr>
          </a:p>
          <a:p>
            <a:pPr indent="-311150" lvl="0" marL="457200" rtl="0" algn="l">
              <a:spcBef>
                <a:spcPts val="0"/>
              </a:spcBef>
              <a:spcAft>
                <a:spcPts val="0"/>
              </a:spcAft>
              <a:buClr>
                <a:srgbClr val="595959"/>
              </a:buClr>
              <a:buSzPts val="1300"/>
              <a:buAutoNum type="arabicPeriod"/>
            </a:pPr>
            <a:r>
              <a:rPr i="1" lang="en-US" sz="1800">
                <a:solidFill>
                  <a:srgbClr val="595959"/>
                </a:solidFill>
                <a:latin typeface="Trebuchet MS"/>
                <a:ea typeface="Trebuchet MS"/>
                <a:cs typeface="Trebuchet MS"/>
                <a:sym typeface="Trebuchet MS"/>
              </a:rPr>
              <a:t>The rider authenticates using his fingerprint on his phone, giving consent to share his credential.</a:t>
            </a:r>
            <a:endParaRPr i="1" sz="1800">
              <a:solidFill>
                <a:srgbClr val="595959"/>
              </a:solidFill>
              <a:latin typeface="Trebuchet MS"/>
              <a:ea typeface="Trebuchet MS"/>
              <a:cs typeface="Trebuchet MS"/>
              <a:sym typeface="Trebuchet MS"/>
            </a:endParaRPr>
          </a:p>
          <a:p>
            <a:pPr indent="-311150" lvl="0" marL="457200" rtl="0" algn="l">
              <a:spcBef>
                <a:spcPts val="0"/>
              </a:spcBef>
              <a:spcAft>
                <a:spcPts val="0"/>
              </a:spcAft>
              <a:buClr>
                <a:srgbClr val="595959"/>
              </a:buClr>
              <a:buSzPts val="1300"/>
              <a:buAutoNum type="arabicPeriod"/>
            </a:pPr>
            <a:r>
              <a:rPr i="1" lang="en-US" sz="1800">
                <a:solidFill>
                  <a:srgbClr val="595959"/>
                </a:solidFill>
                <a:latin typeface="Trebuchet MS"/>
                <a:ea typeface="Trebuchet MS"/>
                <a:cs typeface="Trebuchet MS"/>
                <a:sym typeface="Trebuchet MS"/>
              </a:rPr>
              <a:t>Amara's screen displays the verified trust bundle — name, photo, ACTIVE status, and linked motorcycle plate.</a:t>
            </a:r>
            <a:endParaRPr i="1" sz="1800">
              <a:solidFill>
                <a:srgbClr val="595959"/>
              </a:solidFill>
              <a:latin typeface="Trebuchet MS"/>
              <a:ea typeface="Trebuchet MS"/>
              <a:cs typeface="Trebuchet MS"/>
              <a:sym typeface="Trebuchet MS"/>
            </a:endParaRPr>
          </a:p>
          <a:p>
            <a:pPr indent="-311150" lvl="0" marL="457200" rtl="0" algn="l">
              <a:spcBef>
                <a:spcPts val="0"/>
              </a:spcBef>
              <a:spcAft>
                <a:spcPts val="0"/>
              </a:spcAft>
              <a:buClr>
                <a:srgbClr val="595959"/>
              </a:buClr>
              <a:buSzPts val="1300"/>
              <a:buAutoNum type="arabicPeriod"/>
            </a:pPr>
            <a:r>
              <a:rPr i="1" lang="en-US" sz="1800">
                <a:solidFill>
                  <a:srgbClr val="595959"/>
                </a:solidFill>
                <a:latin typeface="Trebuchet MS"/>
                <a:ea typeface="Trebuchet MS"/>
                <a:cs typeface="Trebuchet MS"/>
                <a:sym typeface="Trebuchet MS"/>
              </a:rPr>
              <a:t>She confirms the face on screen matches the rider in front of her and that the plate matches the motorcycle.</a:t>
            </a:r>
            <a:endParaRPr i="1" sz="1800">
              <a:solidFill>
                <a:srgbClr val="595959"/>
              </a:solidFill>
              <a:latin typeface="Trebuchet MS"/>
              <a:ea typeface="Trebuchet MS"/>
              <a:cs typeface="Trebuchet MS"/>
              <a:sym typeface="Trebuchet MS"/>
            </a:endParaRPr>
          </a:p>
          <a:p>
            <a:pPr indent="-311150" lvl="0" marL="457200" rtl="0" algn="l">
              <a:spcBef>
                <a:spcPts val="0"/>
              </a:spcBef>
              <a:spcAft>
                <a:spcPts val="0"/>
              </a:spcAft>
              <a:buClr>
                <a:srgbClr val="595959"/>
              </a:buClr>
              <a:buSzPts val="1300"/>
              <a:buAutoNum type="arabicPeriod"/>
            </a:pPr>
            <a:r>
              <a:rPr i="1" lang="en-US" sz="1800">
                <a:solidFill>
                  <a:srgbClr val="595959"/>
                </a:solidFill>
                <a:latin typeface="Trebuchet MS"/>
                <a:ea typeface="Trebuchet MS"/>
                <a:cs typeface="Trebuchet MS"/>
                <a:sym typeface="Trebuchet MS"/>
              </a:rPr>
              <a:t>Reassured, she boards. She taps "Share This Ride" and sends a link with the rider's details to her mother via WhatsApp.</a:t>
            </a:r>
            <a:endParaRPr i="1" sz="1800">
              <a:solidFill>
                <a:srgbClr val="595959"/>
              </a:solidFill>
              <a:latin typeface="Trebuchet MS"/>
              <a:ea typeface="Trebuchet MS"/>
              <a:cs typeface="Trebuchet MS"/>
              <a:sym typeface="Trebuchet MS"/>
            </a:endParaRPr>
          </a:p>
          <a:p>
            <a:pPr indent="-311150" lvl="0" marL="457200" rtl="0" algn="l">
              <a:spcBef>
                <a:spcPts val="0"/>
              </a:spcBef>
              <a:spcAft>
                <a:spcPts val="0"/>
              </a:spcAft>
              <a:buClr>
                <a:srgbClr val="595959"/>
              </a:buClr>
              <a:buSzPts val="1300"/>
              <a:buAutoNum type="arabicPeriod"/>
            </a:pPr>
            <a:r>
              <a:rPr i="1" lang="en-US" sz="1800">
                <a:solidFill>
                  <a:srgbClr val="595959"/>
                </a:solidFill>
                <a:latin typeface="Trebuchet MS"/>
                <a:ea typeface="Trebuchet MS"/>
                <a:cs typeface="Trebuchet MS"/>
                <a:sym typeface="Trebuchet MS"/>
              </a:rPr>
              <a:t>If anything goes wrong, her mother has the rider's verified identity and can share it with police immediately.</a:t>
            </a:r>
            <a:endParaRPr i="1" sz="1800">
              <a:solidFill>
                <a:srgbClr val="595959"/>
              </a:solidFill>
              <a:latin typeface="Trebuchet MS"/>
              <a:ea typeface="Trebuchet MS"/>
              <a:cs typeface="Trebuchet MS"/>
              <a:sym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8"/>
          <p:cNvSpPr txBox="1"/>
          <p:nvPr>
            <p:ph idx="1" type="body"/>
          </p:nvPr>
        </p:nvSpPr>
        <p:spPr>
          <a:xfrm>
            <a:off x="341298" y="199404"/>
            <a:ext cx="11407790" cy="42469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2800"/>
              <a:buFont typeface="Arial"/>
              <a:buNone/>
            </a:pPr>
            <a:r>
              <a:rPr lang="en-US"/>
              <a:t>Potential Impact</a:t>
            </a:r>
            <a:endParaRPr/>
          </a:p>
        </p:txBody>
      </p:sp>
      <p:cxnSp>
        <p:nvCxnSpPr>
          <p:cNvPr id="317" name="Google Shape;317;p8"/>
          <p:cNvCxnSpPr/>
          <p:nvPr/>
        </p:nvCxnSpPr>
        <p:spPr>
          <a:xfrm>
            <a:off x="2201655" y="2655032"/>
            <a:ext cx="2989466" cy="0"/>
          </a:xfrm>
          <a:prstGeom prst="straightConnector1">
            <a:avLst/>
          </a:prstGeom>
          <a:noFill/>
          <a:ln cap="flat" cmpd="sng" w="9525">
            <a:solidFill>
              <a:schemeClr val="lt2"/>
            </a:solidFill>
            <a:prstDash val="solid"/>
            <a:miter lim="800000"/>
            <a:headEnd len="sm" w="sm" type="none"/>
            <a:tailEnd len="sm" w="sm" type="none"/>
          </a:ln>
        </p:spPr>
      </p:cxnSp>
      <p:cxnSp>
        <p:nvCxnSpPr>
          <p:cNvPr id="318" name="Google Shape;318;p8"/>
          <p:cNvCxnSpPr/>
          <p:nvPr/>
        </p:nvCxnSpPr>
        <p:spPr>
          <a:xfrm>
            <a:off x="2201655" y="3956976"/>
            <a:ext cx="2989466" cy="0"/>
          </a:xfrm>
          <a:prstGeom prst="straightConnector1">
            <a:avLst/>
          </a:prstGeom>
          <a:noFill/>
          <a:ln cap="flat" cmpd="sng" w="9525">
            <a:solidFill>
              <a:schemeClr val="lt2"/>
            </a:solidFill>
            <a:prstDash val="solid"/>
            <a:miter lim="800000"/>
            <a:headEnd len="sm" w="sm" type="none"/>
            <a:tailEnd len="sm" w="sm" type="none"/>
          </a:ln>
        </p:spPr>
      </p:cxnSp>
      <p:grpSp>
        <p:nvGrpSpPr>
          <p:cNvPr id="319" name="Google Shape;319;p8"/>
          <p:cNvGrpSpPr/>
          <p:nvPr/>
        </p:nvGrpSpPr>
        <p:grpSpPr>
          <a:xfrm>
            <a:off x="939800" y="1141730"/>
            <a:ext cx="4426549" cy="1330770"/>
            <a:chOff x="647700" y="2404110"/>
            <a:chExt cx="4426549" cy="1330770"/>
          </a:xfrm>
        </p:grpSpPr>
        <p:sp>
          <p:nvSpPr>
            <p:cNvPr id="320" name="Google Shape;320;p8"/>
            <p:cNvSpPr txBox="1"/>
            <p:nvPr/>
          </p:nvSpPr>
          <p:spPr>
            <a:xfrm>
              <a:off x="1909549" y="2429580"/>
              <a:ext cx="3164700" cy="13053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284181"/>
                </a:buClr>
                <a:buSzPts val="3200"/>
                <a:buFont typeface="Arial"/>
                <a:buNone/>
              </a:pPr>
              <a:r>
                <a:rPr b="1" i="1" lang="en-US" sz="3200">
                  <a:solidFill>
                    <a:srgbClr val="284181"/>
                  </a:solidFill>
                  <a:latin typeface="Trebuchet MS"/>
                  <a:ea typeface="Trebuchet MS"/>
                  <a:cs typeface="Trebuchet MS"/>
                  <a:sym typeface="Trebuchet MS"/>
                </a:rPr>
                <a:t>5million</a:t>
              </a:r>
              <a:endParaRPr b="0" i="1"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3F3F3F"/>
                </a:buClr>
                <a:buSzPts val="1400"/>
                <a:buFont typeface="Arial"/>
                <a:buNone/>
              </a:pPr>
              <a:r>
                <a:rPr i="1" lang="en-US">
                  <a:solidFill>
                    <a:srgbClr val="3F3F3F"/>
                  </a:solidFill>
                  <a:latin typeface="Trebuchet MS"/>
                  <a:ea typeface="Trebuchet MS"/>
                  <a:cs typeface="Trebuchet MS"/>
                  <a:sym typeface="Trebuchet MS"/>
                </a:rPr>
                <a:t>Boda-boda operators across East Africa, serving tens of millions of daily passengers with zero identity verification infrastructure in place.</a:t>
              </a:r>
              <a:endParaRPr b="0" i="1" sz="1400" u="none" cap="none" strike="noStrike">
                <a:solidFill>
                  <a:srgbClr val="000000"/>
                </a:solidFill>
                <a:latin typeface="Arial"/>
                <a:ea typeface="Arial"/>
                <a:cs typeface="Arial"/>
                <a:sym typeface="Arial"/>
              </a:endParaRPr>
            </a:p>
          </p:txBody>
        </p:sp>
        <p:sp>
          <p:nvSpPr>
            <p:cNvPr id="321" name="Google Shape;321;p8"/>
            <p:cNvSpPr/>
            <p:nvPr/>
          </p:nvSpPr>
          <p:spPr>
            <a:xfrm>
              <a:off x="647700" y="2404110"/>
              <a:ext cx="901700" cy="9017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Trebuchet MS"/>
                <a:buNone/>
              </a:pPr>
              <a:r>
                <a:t/>
              </a:r>
              <a:endParaRPr b="0" i="0" sz="1800" u="none" cap="none" strike="noStrike">
                <a:solidFill>
                  <a:srgbClr val="FFFFFF"/>
                </a:solidFill>
                <a:latin typeface="Trebuchet MS"/>
                <a:ea typeface="Trebuchet MS"/>
                <a:cs typeface="Trebuchet MS"/>
                <a:sym typeface="Trebuchet MS"/>
              </a:endParaRPr>
            </a:p>
          </p:txBody>
        </p:sp>
        <p:grpSp>
          <p:nvGrpSpPr>
            <p:cNvPr id="322" name="Google Shape;322;p8"/>
            <p:cNvGrpSpPr/>
            <p:nvPr/>
          </p:nvGrpSpPr>
          <p:grpSpPr>
            <a:xfrm>
              <a:off x="877887" y="2634297"/>
              <a:ext cx="441326" cy="441326"/>
              <a:chOff x="8740775" y="3649663"/>
              <a:chExt cx="285750" cy="285750"/>
            </a:xfrm>
          </p:grpSpPr>
          <p:sp>
            <p:nvSpPr>
              <p:cNvPr id="323" name="Google Shape;323;p8"/>
              <p:cNvSpPr/>
              <p:nvPr/>
            </p:nvSpPr>
            <p:spPr>
              <a:xfrm>
                <a:off x="8740775" y="3649663"/>
                <a:ext cx="200025" cy="257175"/>
              </a:xfrm>
              <a:custGeom>
                <a:rect b="b" l="l" r="r" t="t"/>
                <a:pathLst>
                  <a:path extrusionOk="0" h="811" w="630">
                    <a:moveTo>
                      <a:pt x="450" y="52"/>
                    </a:moveTo>
                    <a:lnTo>
                      <a:pt x="578" y="180"/>
                    </a:lnTo>
                    <a:lnTo>
                      <a:pt x="450" y="180"/>
                    </a:lnTo>
                    <a:lnTo>
                      <a:pt x="450" y="52"/>
                    </a:lnTo>
                    <a:close/>
                    <a:moveTo>
                      <a:pt x="600" y="356"/>
                    </a:moveTo>
                    <a:lnTo>
                      <a:pt x="630" y="356"/>
                    </a:lnTo>
                    <a:lnTo>
                      <a:pt x="630" y="195"/>
                    </a:lnTo>
                    <a:lnTo>
                      <a:pt x="630" y="193"/>
                    </a:lnTo>
                    <a:lnTo>
                      <a:pt x="629" y="190"/>
                    </a:lnTo>
                    <a:lnTo>
                      <a:pt x="628" y="187"/>
                    </a:lnTo>
                    <a:lnTo>
                      <a:pt x="626" y="185"/>
                    </a:lnTo>
                    <a:lnTo>
                      <a:pt x="446" y="4"/>
                    </a:lnTo>
                    <a:lnTo>
                      <a:pt x="444" y="3"/>
                    </a:lnTo>
                    <a:lnTo>
                      <a:pt x="440" y="2"/>
                    </a:lnTo>
                    <a:lnTo>
                      <a:pt x="438" y="1"/>
                    </a:lnTo>
                    <a:lnTo>
                      <a:pt x="435" y="0"/>
                    </a:lnTo>
                    <a:lnTo>
                      <a:pt x="15" y="0"/>
                    </a:lnTo>
                    <a:lnTo>
                      <a:pt x="11" y="1"/>
                    </a:lnTo>
                    <a:lnTo>
                      <a:pt x="8" y="1"/>
                    </a:lnTo>
                    <a:lnTo>
                      <a:pt x="6" y="3"/>
                    </a:lnTo>
                    <a:lnTo>
                      <a:pt x="4" y="5"/>
                    </a:lnTo>
                    <a:lnTo>
                      <a:pt x="2" y="7"/>
                    </a:lnTo>
                    <a:lnTo>
                      <a:pt x="1" y="9"/>
                    </a:lnTo>
                    <a:lnTo>
                      <a:pt x="0" y="12"/>
                    </a:lnTo>
                    <a:lnTo>
                      <a:pt x="0" y="15"/>
                    </a:lnTo>
                    <a:lnTo>
                      <a:pt x="0" y="796"/>
                    </a:lnTo>
                    <a:lnTo>
                      <a:pt x="0" y="799"/>
                    </a:lnTo>
                    <a:lnTo>
                      <a:pt x="1" y="802"/>
                    </a:lnTo>
                    <a:lnTo>
                      <a:pt x="2" y="804"/>
                    </a:lnTo>
                    <a:lnTo>
                      <a:pt x="4" y="807"/>
                    </a:lnTo>
                    <a:lnTo>
                      <a:pt x="6" y="809"/>
                    </a:lnTo>
                    <a:lnTo>
                      <a:pt x="8" y="810"/>
                    </a:lnTo>
                    <a:lnTo>
                      <a:pt x="11" y="811"/>
                    </a:lnTo>
                    <a:lnTo>
                      <a:pt x="15" y="811"/>
                    </a:lnTo>
                    <a:lnTo>
                      <a:pt x="393" y="811"/>
                    </a:lnTo>
                    <a:lnTo>
                      <a:pt x="393" y="781"/>
                    </a:lnTo>
                    <a:lnTo>
                      <a:pt x="30" y="781"/>
                    </a:lnTo>
                    <a:lnTo>
                      <a:pt x="30" y="30"/>
                    </a:lnTo>
                    <a:lnTo>
                      <a:pt x="420" y="30"/>
                    </a:lnTo>
                    <a:lnTo>
                      <a:pt x="420" y="195"/>
                    </a:lnTo>
                    <a:lnTo>
                      <a:pt x="420" y="199"/>
                    </a:lnTo>
                    <a:lnTo>
                      <a:pt x="421" y="201"/>
                    </a:lnTo>
                    <a:lnTo>
                      <a:pt x="422" y="204"/>
                    </a:lnTo>
                    <a:lnTo>
                      <a:pt x="424" y="206"/>
                    </a:lnTo>
                    <a:lnTo>
                      <a:pt x="427" y="207"/>
                    </a:lnTo>
                    <a:lnTo>
                      <a:pt x="429" y="209"/>
                    </a:lnTo>
                    <a:lnTo>
                      <a:pt x="432" y="209"/>
                    </a:lnTo>
                    <a:lnTo>
                      <a:pt x="435" y="210"/>
                    </a:lnTo>
                    <a:lnTo>
                      <a:pt x="600" y="210"/>
                    </a:lnTo>
                    <a:lnTo>
                      <a:pt x="600" y="35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sp>
            <p:nvSpPr>
              <p:cNvPr id="324" name="Google Shape;324;p8"/>
              <p:cNvSpPr/>
              <p:nvPr/>
            </p:nvSpPr>
            <p:spPr>
              <a:xfrm>
                <a:off x="8883650" y="3792538"/>
                <a:ext cx="142875" cy="142875"/>
              </a:xfrm>
              <a:custGeom>
                <a:rect b="b" l="l" r="r" t="t"/>
                <a:pathLst>
                  <a:path extrusionOk="0" h="451" w="448">
                    <a:moveTo>
                      <a:pt x="370" y="361"/>
                    </a:moveTo>
                    <a:lnTo>
                      <a:pt x="342" y="345"/>
                    </a:lnTo>
                    <a:lnTo>
                      <a:pt x="337" y="343"/>
                    </a:lnTo>
                    <a:lnTo>
                      <a:pt x="333" y="343"/>
                    </a:lnTo>
                    <a:lnTo>
                      <a:pt x="329" y="344"/>
                    </a:lnTo>
                    <a:lnTo>
                      <a:pt x="324" y="346"/>
                    </a:lnTo>
                    <a:lnTo>
                      <a:pt x="314" y="354"/>
                    </a:lnTo>
                    <a:lnTo>
                      <a:pt x="302" y="362"/>
                    </a:lnTo>
                    <a:lnTo>
                      <a:pt x="289" y="369"/>
                    </a:lnTo>
                    <a:lnTo>
                      <a:pt x="275" y="375"/>
                    </a:lnTo>
                    <a:lnTo>
                      <a:pt x="272" y="377"/>
                    </a:lnTo>
                    <a:lnTo>
                      <a:pt x="269" y="380"/>
                    </a:lnTo>
                    <a:lnTo>
                      <a:pt x="267" y="384"/>
                    </a:lnTo>
                    <a:lnTo>
                      <a:pt x="266" y="390"/>
                    </a:lnTo>
                    <a:lnTo>
                      <a:pt x="266" y="421"/>
                    </a:lnTo>
                    <a:lnTo>
                      <a:pt x="182" y="421"/>
                    </a:lnTo>
                    <a:lnTo>
                      <a:pt x="182" y="390"/>
                    </a:lnTo>
                    <a:lnTo>
                      <a:pt x="182" y="384"/>
                    </a:lnTo>
                    <a:lnTo>
                      <a:pt x="180" y="380"/>
                    </a:lnTo>
                    <a:lnTo>
                      <a:pt x="177" y="377"/>
                    </a:lnTo>
                    <a:lnTo>
                      <a:pt x="173" y="375"/>
                    </a:lnTo>
                    <a:lnTo>
                      <a:pt x="159" y="369"/>
                    </a:lnTo>
                    <a:lnTo>
                      <a:pt x="146" y="362"/>
                    </a:lnTo>
                    <a:lnTo>
                      <a:pt x="134" y="354"/>
                    </a:lnTo>
                    <a:lnTo>
                      <a:pt x="123" y="346"/>
                    </a:lnTo>
                    <a:lnTo>
                      <a:pt x="119" y="344"/>
                    </a:lnTo>
                    <a:lnTo>
                      <a:pt x="115" y="343"/>
                    </a:lnTo>
                    <a:lnTo>
                      <a:pt x="110" y="343"/>
                    </a:lnTo>
                    <a:lnTo>
                      <a:pt x="106" y="345"/>
                    </a:lnTo>
                    <a:lnTo>
                      <a:pt x="77" y="361"/>
                    </a:lnTo>
                    <a:lnTo>
                      <a:pt x="36" y="289"/>
                    </a:lnTo>
                    <a:lnTo>
                      <a:pt x="63" y="272"/>
                    </a:lnTo>
                    <a:lnTo>
                      <a:pt x="68" y="270"/>
                    </a:lnTo>
                    <a:lnTo>
                      <a:pt x="70" y="266"/>
                    </a:lnTo>
                    <a:lnTo>
                      <a:pt x="71" y="261"/>
                    </a:lnTo>
                    <a:lnTo>
                      <a:pt x="71" y="257"/>
                    </a:lnTo>
                    <a:lnTo>
                      <a:pt x="69" y="242"/>
                    </a:lnTo>
                    <a:lnTo>
                      <a:pt x="69" y="229"/>
                    </a:lnTo>
                    <a:lnTo>
                      <a:pt x="69" y="214"/>
                    </a:lnTo>
                    <a:lnTo>
                      <a:pt x="71" y="200"/>
                    </a:lnTo>
                    <a:lnTo>
                      <a:pt x="71" y="196"/>
                    </a:lnTo>
                    <a:lnTo>
                      <a:pt x="70" y="191"/>
                    </a:lnTo>
                    <a:lnTo>
                      <a:pt x="68" y="186"/>
                    </a:lnTo>
                    <a:lnTo>
                      <a:pt x="63" y="183"/>
                    </a:lnTo>
                    <a:lnTo>
                      <a:pt x="36" y="167"/>
                    </a:lnTo>
                    <a:lnTo>
                      <a:pt x="77" y="95"/>
                    </a:lnTo>
                    <a:lnTo>
                      <a:pt x="106" y="111"/>
                    </a:lnTo>
                    <a:lnTo>
                      <a:pt x="110" y="114"/>
                    </a:lnTo>
                    <a:lnTo>
                      <a:pt x="115" y="114"/>
                    </a:lnTo>
                    <a:lnTo>
                      <a:pt x="119" y="113"/>
                    </a:lnTo>
                    <a:lnTo>
                      <a:pt x="123" y="110"/>
                    </a:lnTo>
                    <a:lnTo>
                      <a:pt x="134" y="102"/>
                    </a:lnTo>
                    <a:lnTo>
                      <a:pt x="146" y="94"/>
                    </a:lnTo>
                    <a:lnTo>
                      <a:pt x="159" y="88"/>
                    </a:lnTo>
                    <a:lnTo>
                      <a:pt x="173" y="81"/>
                    </a:lnTo>
                    <a:lnTo>
                      <a:pt x="177" y="79"/>
                    </a:lnTo>
                    <a:lnTo>
                      <a:pt x="180" y="76"/>
                    </a:lnTo>
                    <a:lnTo>
                      <a:pt x="182" y="73"/>
                    </a:lnTo>
                    <a:lnTo>
                      <a:pt x="182" y="68"/>
                    </a:lnTo>
                    <a:lnTo>
                      <a:pt x="182" y="30"/>
                    </a:lnTo>
                    <a:lnTo>
                      <a:pt x="266" y="30"/>
                    </a:lnTo>
                    <a:lnTo>
                      <a:pt x="266" y="68"/>
                    </a:lnTo>
                    <a:lnTo>
                      <a:pt x="267" y="73"/>
                    </a:lnTo>
                    <a:lnTo>
                      <a:pt x="269" y="76"/>
                    </a:lnTo>
                    <a:lnTo>
                      <a:pt x="272" y="79"/>
                    </a:lnTo>
                    <a:lnTo>
                      <a:pt x="275" y="81"/>
                    </a:lnTo>
                    <a:lnTo>
                      <a:pt x="289" y="88"/>
                    </a:lnTo>
                    <a:lnTo>
                      <a:pt x="302" y="94"/>
                    </a:lnTo>
                    <a:lnTo>
                      <a:pt x="314" y="102"/>
                    </a:lnTo>
                    <a:lnTo>
                      <a:pt x="324" y="110"/>
                    </a:lnTo>
                    <a:lnTo>
                      <a:pt x="329" y="113"/>
                    </a:lnTo>
                    <a:lnTo>
                      <a:pt x="333" y="114"/>
                    </a:lnTo>
                    <a:lnTo>
                      <a:pt x="337" y="114"/>
                    </a:lnTo>
                    <a:lnTo>
                      <a:pt x="342" y="111"/>
                    </a:lnTo>
                    <a:lnTo>
                      <a:pt x="370" y="95"/>
                    </a:lnTo>
                    <a:lnTo>
                      <a:pt x="412" y="167"/>
                    </a:lnTo>
                    <a:lnTo>
                      <a:pt x="383" y="183"/>
                    </a:lnTo>
                    <a:lnTo>
                      <a:pt x="380" y="186"/>
                    </a:lnTo>
                    <a:lnTo>
                      <a:pt x="378" y="191"/>
                    </a:lnTo>
                    <a:lnTo>
                      <a:pt x="376" y="196"/>
                    </a:lnTo>
                    <a:lnTo>
                      <a:pt x="376" y="200"/>
                    </a:lnTo>
                    <a:lnTo>
                      <a:pt x="378" y="214"/>
                    </a:lnTo>
                    <a:lnTo>
                      <a:pt x="379" y="229"/>
                    </a:lnTo>
                    <a:lnTo>
                      <a:pt x="378" y="242"/>
                    </a:lnTo>
                    <a:lnTo>
                      <a:pt x="376" y="257"/>
                    </a:lnTo>
                    <a:lnTo>
                      <a:pt x="376" y="261"/>
                    </a:lnTo>
                    <a:lnTo>
                      <a:pt x="378" y="266"/>
                    </a:lnTo>
                    <a:lnTo>
                      <a:pt x="380" y="270"/>
                    </a:lnTo>
                    <a:lnTo>
                      <a:pt x="383" y="272"/>
                    </a:lnTo>
                    <a:lnTo>
                      <a:pt x="412" y="289"/>
                    </a:lnTo>
                    <a:lnTo>
                      <a:pt x="370" y="361"/>
                    </a:lnTo>
                    <a:close/>
                    <a:moveTo>
                      <a:pt x="440" y="271"/>
                    </a:moveTo>
                    <a:lnTo>
                      <a:pt x="408" y="252"/>
                    </a:lnTo>
                    <a:lnTo>
                      <a:pt x="409" y="240"/>
                    </a:lnTo>
                    <a:lnTo>
                      <a:pt x="409" y="229"/>
                    </a:lnTo>
                    <a:lnTo>
                      <a:pt x="409" y="217"/>
                    </a:lnTo>
                    <a:lnTo>
                      <a:pt x="408" y="205"/>
                    </a:lnTo>
                    <a:lnTo>
                      <a:pt x="440" y="186"/>
                    </a:lnTo>
                    <a:lnTo>
                      <a:pt x="442" y="185"/>
                    </a:lnTo>
                    <a:lnTo>
                      <a:pt x="444" y="182"/>
                    </a:lnTo>
                    <a:lnTo>
                      <a:pt x="446" y="180"/>
                    </a:lnTo>
                    <a:lnTo>
                      <a:pt x="446" y="178"/>
                    </a:lnTo>
                    <a:lnTo>
                      <a:pt x="448" y="175"/>
                    </a:lnTo>
                    <a:lnTo>
                      <a:pt x="448" y="171"/>
                    </a:lnTo>
                    <a:lnTo>
                      <a:pt x="446" y="168"/>
                    </a:lnTo>
                    <a:lnTo>
                      <a:pt x="445" y="166"/>
                    </a:lnTo>
                    <a:lnTo>
                      <a:pt x="389" y="68"/>
                    </a:lnTo>
                    <a:lnTo>
                      <a:pt x="387" y="65"/>
                    </a:lnTo>
                    <a:lnTo>
                      <a:pt x="384" y="63"/>
                    </a:lnTo>
                    <a:lnTo>
                      <a:pt x="382" y="61"/>
                    </a:lnTo>
                    <a:lnTo>
                      <a:pt x="379" y="60"/>
                    </a:lnTo>
                    <a:lnTo>
                      <a:pt x="377" y="60"/>
                    </a:lnTo>
                    <a:lnTo>
                      <a:pt x="374" y="60"/>
                    </a:lnTo>
                    <a:lnTo>
                      <a:pt x="370" y="61"/>
                    </a:lnTo>
                    <a:lnTo>
                      <a:pt x="368" y="62"/>
                    </a:lnTo>
                    <a:lnTo>
                      <a:pt x="336" y="80"/>
                    </a:lnTo>
                    <a:lnTo>
                      <a:pt x="327" y="74"/>
                    </a:lnTo>
                    <a:lnTo>
                      <a:pt x="317" y="68"/>
                    </a:lnTo>
                    <a:lnTo>
                      <a:pt x="306" y="62"/>
                    </a:lnTo>
                    <a:lnTo>
                      <a:pt x="296" y="58"/>
                    </a:lnTo>
                    <a:lnTo>
                      <a:pt x="296" y="15"/>
                    </a:lnTo>
                    <a:lnTo>
                      <a:pt x="296" y="13"/>
                    </a:lnTo>
                    <a:lnTo>
                      <a:pt x="295" y="10"/>
                    </a:lnTo>
                    <a:lnTo>
                      <a:pt x="293" y="8"/>
                    </a:lnTo>
                    <a:lnTo>
                      <a:pt x="291" y="5"/>
                    </a:lnTo>
                    <a:lnTo>
                      <a:pt x="289" y="3"/>
                    </a:lnTo>
                    <a:lnTo>
                      <a:pt x="287" y="1"/>
                    </a:lnTo>
                    <a:lnTo>
                      <a:pt x="284" y="1"/>
                    </a:lnTo>
                    <a:lnTo>
                      <a:pt x="281" y="0"/>
                    </a:lnTo>
                    <a:lnTo>
                      <a:pt x="167" y="0"/>
                    </a:lnTo>
                    <a:lnTo>
                      <a:pt x="164" y="1"/>
                    </a:lnTo>
                    <a:lnTo>
                      <a:pt x="162" y="1"/>
                    </a:lnTo>
                    <a:lnTo>
                      <a:pt x="159" y="3"/>
                    </a:lnTo>
                    <a:lnTo>
                      <a:pt x="156" y="5"/>
                    </a:lnTo>
                    <a:lnTo>
                      <a:pt x="155" y="8"/>
                    </a:lnTo>
                    <a:lnTo>
                      <a:pt x="153" y="10"/>
                    </a:lnTo>
                    <a:lnTo>
                      <a:pt x="152" y="13"/>
                    </a:lnTo>
                    <a:lnTo>
                      <a:pt x="152" y="15"/>
                    </a:lnTo>
                    <a:lnTo>
                      <a:pt x="152" y="58"/>
                    </a:lnTo>
                    <a:lnTo>
                      <a:pt x="143" y="61"/>
                    </a:lnTo>
                    <a:lnTo>
                      <a:pt x="133" y="66"/>
                    </a:lnTo>
                    <a:lnTo>
                      <a:pt x="122" y="73"/>
                    </a:lnTo>
                    <a:lnTo>
                      <a:pt x="112" y="80"/>
                    </a:lnTo>
                    <a:lnTo>
                      <a:pt x="79" y="62"/>
                    </a:lnTo>
                    <a:lnTo>
                      <a:pt x="76" y="61"/>
                    </a:lnTo>
                    <a:lnTo>
                      <a:pt x="74" y="60"/>
                    </a:lnTo>
                    <a:lnTo>
                      <a:pt x="71" y="60"/>
                    </a:lnTo>
                    <a:lnTo>
                      <a:pt x="68" y="60"/>
                    </a:lnTo>
                    <a:lnTo>
                      <a:pt x="66" y="61"/>
                    </a:lnTo>
                    <a:lnTo>
                      <a:pt x="62" y="63"/>
                    </a:lnTo>
                    <a:lnTo>
                      <a:pt x="60" y="65"/>
                    </a:lnTo>
                    <a:lnTo>
                      <a:pt x="59" y="68"/>
                    </a:lnTo>
                    <a:lnTo>
                      <a:pt x="2" y="166"/>
                    </a:lnTo>
                    <a:lnTo>
                      <a:pt x="0" y="168"/>
                    </a:lnTo>
                    <a:lnTo>
                      <a:pt x="0" y="171"/>
                    </a:lnTo>
                    <a:lnTo>
                      <a:pt x="0" y="175"/>
                    </a:lnTo>
                    <a:lnTo>
                      <a:pt x="0" y="178"/>
                    </a:lnTo>
                    <a:lnTo>
                      <a:pt x="1" y="180"/>
                    </a:lnTo>
                    <a:lnTo>
                      <a:pt x="2" y="182"/>
                    </a:lnTo>
                    <a:lnTo>
                      <a:pt x="5" y="185"/>
                    </a:lnTo>
                    <a:lnTo>
                      <a:pt x="8" y="186"/>
                    </a:lnTo>
                    <a:lnTo>
                      <a:pt x="40" y="205"/>
                    </a:lnTo>
                    <a:lnTo>
                      <a:pt x="39" y="217"/>
                    </a:lnTo>
                    <a:lnTo>
                      <a:pt x="38" y="229"/>
                    </a:lnTo>
                    <a:lnTo>
                      <a:pt x="39" y="240"/>
                    </a:lnTo>
                    <a:lnTo>
                      <a:pt x="40" y="252"/>
                    </a:lnTo>
                    <a:lnTo>
                      <a:pt x="8" y="271"/>
                    </a:lnTo>
                    <a:lnTo>
                      <a:pt x="5" y="272"/>
                    </a:lnTo>
                    <a:lnTo>
                      <a:pt x="2" y="274"/>
                    </a:lnTo>
                    <a:lnTo>
                      <a:pt x="1" y="276"/>
                    </a:lnTo>
                    <a:lnTo>
                      <a:pt x="0" y="278"/>
                    </a:lnTo>
                    <a:lnTo>
                      <a:pt x="0" y="282"/>
                    </a:lnTo>
                    <a:lnTo>
                      <a:pt x="0" y="285"/>
                    </a:lnTo>
                    <a:lnTo>
                      <a:pt x="0" y="287"/>
                    </a:lnTo>
                    <a:lnTo>
                      <a:pt x="1" y="290"/>
                    </a:lnTo>
                    <a:lnTo>
                      <a:pt x="59" y="390"/>
                    </a:lnTo>
                    <a:lnTo>
                      <a:pt x="60" y="392"/>
                    </a:lnTo>
                    <a:lnTo>
                      <a:pt x="62" y="394"/>
                    </a:lnTo>
                    <a:lnTo>
                      <a:pt x="66" y="395"/>
                    </a:lnTo>
                    <a:lnTo>
                      <a:pt x="68" y="396"/>
                    </a:lnTo>
                    <a:lnTo>
                      <a:pt x="71" y="396"/>
                    </a:lnTo>
                    <a:lnTo>
                      <a:pt x="73" y="396"/>
                    </a:lnTo>
                    <a:lnTo>
                      <a:pt x="76" y="395"/>
                    </a:lnTo>
                    <a:lnTo>
                      <a:pt x="79" y="394"/>
                    </a:lnTo>
                    <a:lnTo>
                      <a:pt x="112" y="376"/>
                    </a:lnTo>
                    <a:lnTo>
                      <a:pt x="122" y="383"/>
                    </a:lnTo>
                    <a:lnTo>
                      <a:pt x="133" y="390"/>
                    </a:lnTo>
                    <a:lnTo>
                      <a:pt x="143" y="394"/>
                    </a:lnTo>
                    <a:lnTo>
                      <a:pt x="152" y="398"/>
                    </a:lnTo>
                    <a:lnTo>
                      <a:pt x="152" y="436"/>
                    </a:lnTo>
                    <a:lnTo>
                      <a:pt x="152" y="439"/>
                    </a:lnTo>
                    <a:lnTo>
                      <a:pt x="153" y="442"/>
                    </a:lnTo>
                    <a:lnTo>
                      <a:pt x="155" y="444"/>
                    </a:lnTo>
                    <a:lnTo>
                      <a:pt x="156" y="446"/>
                    </a:lnTo>
                    <a:lnTo>
                      <a:pt x="159" y="449"/>
                    </a:lnTo>
                    <a:lnTo>
                      <a:pt x="162" y="450"/>
                    </a:lnTo>
                    <a:lnTo>
                      <a:pt x="164" y="451"/>
                    </a:lnTo>
                    <a:lnTo>
                      <a:pt x="167" y="451"/>
                    </a:lnTo>
                    <a:lnTo>
                      <a:pt x="281" y="451"/>
                    </a:lnTo>
                    <a:lnTo>
                      <a:pt x="284" y="451"/>
                    </a:lnTo>
                    <a:lnTo>
                      <a:pt x="287" y="450"/>
                    </a:lnTo>
                    <a:lnTo>
                      <a:pt x="289" y="449"/>
                    </a:lnTo>
                    <a:lnTo>
                      <a:pt x="291" y="446"/>
                    </a:lnTo>
                    <a:lnTo>
                      <a:pt x="293" y="444"/>
                    </a:lnTo>
                    <a:lnTo>
                      <a:pt x="295" y="442"/>
                    </a:lnTo>
                    <a:lnTo>
                      <a:pt x="296" y="439"/>
                    </a:lnTo>
                    <a:lnTo>
                      <a:pt x="296" y="436"/>
                    </a:lnTo>
                    <a:lnTo>
                      <a:pt x="296" y="398"/>
                    </a:lnTo>
                    <a:lnTo>
                      <a:pt x="306" y="394"/>
                    </a:lnTo>
                    <a:lnTo>
                      <a:pt x="317" y="389"/>
                    </a:lnTo>
                    <a:lnTo>
                      <a:pt x="327" y="382"/>
                    </a:lnTo>
                    <a:lnTo>
                      <a:pt x="336" y="376"/>
                    </a:lnTo>
                    <a:lnTo>
                      <a:pt x="368" y="394"/>
                    </a:lnTo>
                    <a:lnTo>
                      <a:pt x="370" y="396"/>
                    </a:lnTo>
                    <a:lnTo>
                      <a:pt x="374" y="396"/>
                    </a:lnTo>
                    <a:lnTo>
                      <a:pt x="377" y="396"/>
                    </a:lnTo>
                    <a:lnTo>
                      <a:pt x="380" y="395"/>
                    </a:lnTo>
                    <a:lnTo>
                      <a:pt x="382" y="395"/>
                    </a:lnTo>
                    <a:lnTo>
                      <a:pt x="384" y="394"/>
                    </a:lnTo>
                    <a:lnTo>
                      <a:pt x="387" y="392"/>
                    </a:lnTo>
                    <a:lnTo>
                      <a:pt x="389" y="390"/>
                    </a:lnTo>
                    <a:lnTo>
                      <a:pt x="445" y="290"/>
                    </a:lnTo>
                    <a:lnTo>
                      <a:pt x="446" y="287"/>
                    </a:lnTo>
                    <a:lnTo>
                      <a:pt x="448" y="285"/>
                    </a:lnTo>
                    <a:lnTo>
                      <a:pt x="448" y="282"/>
                    </a:lnTo>
                    <a:lnTo>
                      <a:pt x="448" y="278"/>
                    </a:lnTo>
                    <a:lnTo>
                      <a:pt x="446" y="276"/>
                    </a:lnTo>
                    <a:lnTo>
                      <a:pt x="444" y="274"/>
                    </a:lnTo>
                    <a:lnTo>
                      <a:pt x="442" y="272"/>
                    </a:lnTo>
                    <a:lnTo>
                      <a:pt x="440" y="271"/>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sp>
            <p:nvSpPr>
              <p:cNvPr id="325" name="Google Shape;325;p8"/>
              <p:cNvSpPr/>
              <p:nvPr/>
            </p:nvSpPr>
            <p:spPr>
              <a:xfrm>
                <a:off x="8926513" y="3836988"/>
                <a:ext cx="57150" cy="57150"/>
              </a:xfrm>
              <a:custGeom>
                <a:rect b="b" l="l" r="r" t="t"/>
                <a:pathLst>
                  <a:path extrusionOk="0" h="181" w="180">
                    <a:moveTo>
                      <a:pt x="90" y="151"/>
                    </a:moveTo>
                    <a:lnTo>
                      <a:pt x="83" y="150"/>
                    </a:lnTo>
                    <a:lnTo>
                      <a:pt x="77" y="150"/>
                    </a:lnTo>
                    <a:lnTo>
                      <a:pt x="72" y="148"/>
                    </a:lnTo>
                    <a:lnTo>
                      <a:pt x="66" y="146"/>
                    </a:lnTo>
                    <a:lnTo>
                      <a:pt x="61" y="144"/>
                    </a:lnTo>
                    <a:lnTo>
                      <a:pt x="56" y="140"/>
                    </a:lnTo>
                    <a:lnTo>
                      <a:pt x="51" y="137"/>
                    </a:lnTo>
                    <a:lnTo>
                      <a:pt x="47" y="133"/>
                    </a:lnTo>
                    <a:lnTo>
                      <a:pt x="43" y="129"/>
                    </a:lnTo>
                    <a:lnTo>
                      <a:pt x="40" y="124"/>
                    </a:lnTo>
                    <a:lnTo>
                      <a:pt x="36" y="119"/>
                    </a:lnTo>
                    <a:lnTo>
                      <a:pt x="34" y="114"/>
                    </a:lnTo>
                    <a:lnTo>
                      <a:pt x="32" y="108"/>
                    </a:lnTo>
                    <a:lnTo>
                      <a:pt x="31" y="103"/>
                    </a:lnTo>
                    <a:lnTo>
                      <a:pt x="30" y="97"/>
                    </a:lnTo>
                    <a:lnTo>
                      <a:pt x="30" y="91"/>
                    </a:lnTo>
                    <a:lnTo>
                      <a:pt x="30" y="85"/>
                    </a:lnTo>
                    <a:lnTo>
                      <a:pt x="31" y="78"/>
                    </a:lnTo>
                    <a:lnTo>
                      <a:pt x="32" y="73"/>
                    </a:lnTo>
                    <a:lnTo>
                      <a:pt x="34" y="68"/>
                    </a:lnTo>
                    <a:lnTo>
                      <a:pt x="36" y="62"/>
                    </a:lnTo>
                    <a:lnTo>
                      <a:pt x="40" y="57"/>
                    </a:lnTo>
                    <a:lnTo>
                      <a:pt x="43" y="53"/>
                    </a:lnTo>
                    <a:lnTo>
                      <a:pt x="47" y="48"/>
                    </a:lnTo>
                    <a:lnTo>
                      <a:pt x="51" y="44"/>
                    </a:lnTo>
                    <a:lnTo>
                      <a:pt x="56" y="41"/>
                    </a:lnTo>
                    <a:lnTo>
                      <a:pt x="61" y="38"/>
                    </a:lnTo>
                    <a:lnTo>
                      <a:pt x="66" y="36"/>
                    </a:lnTo>
                    <a:lnTo>
                      <a:pt x="72" y="33"/>
                    </a:lnTo>
                    <a:lnTo>
                      <a:pt x="77" y="32"/>
                    </a:lnTo>
                    <a:lnTo>
                      <a:pt x="83" y="31"/>
                    </a:lnTo>
                    <a:lnTo>
                      <a:pt x="90" y="30"/>
                    </a:lnTo>
                    <a:lnTo>
                      <a:pt x="95" y="31"/>
                    </a:lnTo>
                    <a:lnTo>
                      <a:pt x="102" y="32"/>
                    </a:lnTo>
                    <a:lnTo>
                      <a:pt x="107" y="33"/>
                    </a:lnTo>
                    <a:lnTo>
                      <a:pt x="113" y="36"/>
                    </a:lnTo>
                    <a:lnTo>
                      <a:pt x="118" y="38"/>
                    </a:lnTo>
                    <a:lnTo>
                      <a:pt x="123" y="41"/>
                    </a:lnTo>
                    <a:lnTo>
                      <a:pt x="127" y="44"/>
                    </a:lnTo>
                    <a:lnTo>
                      <a:pt x="132" y="48"/>
                    </a:lnTo>
                    <a:lnTo>
                      <a:pt x="136" y="53"/>
                    </a:lnTo>
                    <a:lnTo>
                      <a:pt x="139" y="57"/>
                    </a:lnTo>
                    <a:lnTo>
                      <a:pt x="142" y="62"/>
                    </a:lnTo>
                    <a:lnTo>
                      <a:pt x="144" y="68"/>
                    </a:lnTo>
                    <a:lnTo>
                      <a:pt x="147" y="73"/>
                    </a:lnTo>
                    <a:lnTo>
                      <a:pt x="149" y="78"/>
                    </a:lnTo>
                    <a:lnTo>
                      <a:pt x="150" y="85"/>
                    </a:lnTo>
                    <a:lnTo>
                      <a:pt x="150" y="91"/>
                    </a:lnTo>
                    <a:lnTo>
                      <a:pt x="150" y="97"/>
                    </a:lnTo>
                    <a:lnTo>
                      <a:pt x="149" y="103"/>
                    </a:lnTo>
                    <a:lnTo>
                      <a:pt x="147" y="108"/>
                    </a:lnTo>
                    <a:lnTo>
                      <a:pt x="144" y="114"/>
                    </a:lnTo>
                    <a:lnTo>
                      <a:pt x="142" y="119"/>
                    </a:lnTo>
                    <a:lnTo>
                      <a:pt x="139" y="124"/>
                    </a:lnTo>
                    <a:lnTo>
                      <a:pt x="136" y="129"/>
                    </a:lnTo>
                    <a:lnTo>
                      <a:pt x="132" y="133"/>
                    </a:lnTo>
                    <a:lnTo>
                      <a:pt x="127" y="137"/>
                    </a:lnTo>
                    <a:lnTo>
                      <a:pt x="123" y="140"/>
                    </a:lnTo>
                    <a:lnTo>
                      <a:pt x="118" y="144"/>
                    </a:lnTo>
                    <a:lnTo>
                      <a:pt x="113" y="146"/>
                    </a:lnTo>
                    <a:lnTo>
                      <a:pt x="107" y="148"/>
                    </a:lnTo>
                    <a:lnTo>
                      <a:pt x="102" y="150"/>
                    </a:lnTo>
                    <a:lnTo>
                      <a:pt x="95" y="150"/>
                    </a:lnTo>
                    <a:lnTo>
                      <a:pt x="90" y="151"/>
                    </a:lnTo>
                    <a:close/>
                    <a:moveTo>
                      <a:pt x="90" y="0"/>
                    </a:moveTo>
                    <a:lnTo>
                      <a:pt x="80" y="1"/>
                    </a:lnTo>
                    <a:lnTo>
                      <a:pt x="72" y="2"/>
                    </a:lnTo>
                    <a:lnTo>
                      <a:pt x="63" y="4"/>
                    </a:lnTo>
                    <a:lnTo>
                      <a:pt x="55" y="8"/>
                    </a:lnTo>
                    <a:lnTo>
                      <a:pt x="47" y="12"/>
                    </a:lnTo>
                    <a:lnTo>
                      <a:pt x="40" y="16"/>
                    </a:lnTo>
                    <a:lnTo>
                      <a:pt x="32" y="22"/>
                    </a:lnTo>
                    <a:lnTo>
                      <a:pt x="26" y="27"/>
                    </a:lnTo>
                    <a:lnTo>
                      <a:pt x="20" y="33"/>
                    </a:lnTo>
                    <a:lnTo>
                      <a:pt x="15" y="41"/>
                    </a:lnTo>
                    <a:lnTo>
                      <a:pt x="11" y="48"/>
                    </a:lnTo>
                    <a:lnTo>
                      <a:pt x="6" y="56"/>
                    </a:lnTo>
                    <a:lnTo>
                      <a:pt x="3" y="64"/>
                    </a:lnTo>
                    <a:lnTo>
                      <a:pt x="1" y="73"/>
                    </a:lnTo>
                    <a:lnTo>
                      <a:pt x="0" y="82"/>
                    </a:lnTo>
                    <a:lnTo>
                      <a:pt x="0" y="91"/>
                    </a:lnTo>
                    <a:lnTo>
                      <a:pt x="0" y="100"/>
                    </a:lnTo>
                    <a:lnTo>
                      <a:pt x="1" y="108"/>
                    </a:lnTo>
                    <a:lnTo>
                      <a:pt x="3" y="118"/>
                    </a:lnTo>
                    <a:lnTo>
                      <a:pt x="6" y="125"/>
                    </a:lnTo>
                    <a:lnTo>
                      <a:pt x="11" y="134"/>
                    </a:lnTo>
                    <a:lnTo>
                      <a:pt x="15" y="141"/>
                    </a:lnTo>
                    <a:lnTo>
                      <a:pt x="20" y="148"/>
                    </a:lnTo>
                    <a:lnTo>
                      <a:pt x="26" y="154"/>
                    </a:lnTo>
                    <a:lnTo>
                      <a:pt x="32" y="161"/>
                    </a:lnTo>
                    <a:lnTo>
                      <a:pt x="40" y="165"/>
                    </a:lnTo>
                    <a:lnTo>
                      <a:pt x="47" y="170"/>
                    </a:lnTo>
                    <a:lnTo>
                      <a:pt x="55" y="174"/>
                    </a:lnTo>
                    <a:lnTo>
                      <a:pt x="63" y="177"/>
                    </a:lnTo>
                    <a:lnTo>
                      <a:pt x="72" y="179"/>
                    </a:lnTo>
                    <a:lnTo>
                      <a:pt x="80" y="180"/>
                    </a:lnTo>
                    <a:lnTo>
                      <a:pt x="90" y="181"/>
                    </a:lnTo>
                    <a:lnTo>
                      <a:pt x="98" y="180"/>
                    </a:lnTo>
                    <a:lnTo>
                      <a:pt x="108" y="179"/>
                    </a:lnTo>
                    <a:lnTo>
                      <a:pt x="117" y="177"/>
                    </a:lnTo>
                    <a:lnTo>
                      <a:pt x="124" y="174"/>
                    </a:lnTo>
                    <a:lnTo>
                      <a:pt x="133" y="170"/>
                    </a:lnTo>
                    <a:lnTo>
                      <a:pt x="140" y="165"/>
                    </a:lnTo>
                    <a:lnTo>
                      <a:pt x="147" y="160"/>
                    </a:lnTo>
                    <a:lnTo>
                      <a:pt x="153" y="154"/>
                    </a:lnTo>
                    <a:lnTo>
                      <a:pt x="159" y="148"/>
                    </a:lnTo>
                    <a:lnTo>
                      <a:pt x="165" y="141"/>
                    </a:lnTo>
                    <a:lnTo>
                      <a:pt x="169" y="134"/>
                    </a:lnTo>
                    <a:lnTo>
                      <a:pt x="172" y="125"/>
                    </a:lnTo>
                    <a:lnTo>
                      <a:pt x="176" y="118"/>
                    </a:lnTo>
                    <a:lnTo>
                      <a:pt x="178" y="109"/>
                    </a:lnTo>
                    <a:lnTo>
                      <a:pt x="180" y="100"/>
                    </a:lnTo>
                    <a:lnTo>
                      <a:pt x="180" y="91"/>
                    </a:lnTo>
                    <a:lnTo>
                      <a:pt x="180" y="82"/>
                    </a:lnTo>
                    <a:lnTo>
                      <a:pt x="178" y="73"/>
                    </a:lnTo>
                    <a:lnTo>
                      <a:pt x="176" y="64"/>
                    </a:lnTo>
                    <a:lnTo>
                      <a:pt x="172" y="56"/>
                    </a:lnTo>
                    <a:lnTo>
                      <a:pt x="169" y="48"/>
                    </a:lnTo>
                    <a:lnTo>
                      <a:pt x="165" y="41"/>
                    </a:lnTo>
                    <a:lnTo>
                      <a:pt x="159" y="33"/>
                    </a:lnTo>
                    <a:lnTo>
                      <a:pt x="153" y="27"/>
                    </a:lnTo>
                    <a:lnTo>
                      <a:pt x="147" y="22"/>
                    </a:lnTo>
                    <a:lnTo>
                      <a:pt x="140" y="16"/>
                    </a:lnTo>
                    <a:lnTo>
                      <a:pt x="133" y="12"/>
                    </a:lnTo>
                    <a:lnTo>
                      <a:pt x="124" y="8"/>
                    </a:lnTo>
                    <a:lnTo>
                      <a:pt x="117" y="4"/>
                    </a:lnTo>
                    <a:lnTo>
                      <a:pt x="108" y="2"/>
                    </a:lnTo>
                    <a:lnTo>
                      <a:pt x="98" y="1"/>
                    </a:lnTo>
                    <a:lnTo>
                      <a:pt x="9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grpSp>
      </p:grpSp>
      <p:grpSp>
        <p:nvGrpSpPr>
          <p:cNvPr id="326" name="Google Shape;326;p8"/>
          <p:cNvGrpSpPr/>
          <p:nvPr/>
        </p:nvGrpSpPr>
        <p:grpSpPr>
          <a:xfrm>
            <a:off x="939800" y="2653525"/>
            <a:ext cx="4581350" cy="1520700"/>
            <a:chOff x="647700" y="3504425"/>
            <a:chExt cx="4581350" cy="1520700"/>
          </a:xfrm>
        </p:grpSpPr>
        <p:sp>
          <p:nvSpPr>
            <p:cNvPr id="327" name="Google Shape;327;p8"/>
            <p:cNvSpPr txBox="1"/>
            <p:nvPr/>
          </p:nvSpPr>
          <p:spPr>
            <a:xfrm>
              <a:off x="1909550" y="3504425"/>
              <a:ext cx="3319500" cy="15207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BFDF"/>
                </a:buClr>
                <a:buSzPts val="3200"/>
                <a:buFont typeface="Arial"/>
                <a:buNone/>
              </a:pPr>
              <a:r>
                <a:rPr b="1" i="1" lang="en-US" sz="3200">
                  <a:solidFill>
                    <a:srgbClr val="00BFDF"/>
                  </a:solidFill>
                  <a:latin typeface="Trebuchet MS"/>
                  <a:ea typeface="Trebuchet MS"/>
                  <a:cs typeface="Trebuchet MS"/>
                  <a:sym typeface="Trebuchet MS"/>
                </a:rPr>
                <a:t>4.8 million</a:t>
              </a:r>
              <a:endParaRPr b="0" i="1"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3F3F3F"/>
                </a:buClr>
                <a:buSzPts val="1400"/>
                <a:buFont typeface="Arial"/>
                <a:buNone/>
              </a:pPr>
              <a:r>
                <a:rPr b="1" lang="en-US">
                  <a:latin typeface="Trebuchet MS"/>
                  <a:ea typeface="Trebuchet MS"/>
                  <a:cs typeface="Trebuchet MS"/>
                  <a:sym typeface="Trebuchet MS"/>
                </a:rPr>
                <a:t>Women passengers</a:t>
              </a:r>
              <a:r>
                <a:rPr lang="en-US">
                  <a:latin typeface="Trebuchet MS"/>
                  <a:ea typeface="Trebuchet MS"/>
                  <a:cs typeface="Trebuchet MS"/>
                  <a:sym typeface="Trebuchet MS"/>
                </a:rPr>
                <a:t> — the primary documented targets of boda-boda assault and sexual violence across Kenya and Uganda, with no current tool available to verify operator identity before boarding.</a:t>
              </a:r>
              <a:endParaRPr i="1" u="none" cap="none" strike="noStrike">
                <a:solidFill>
                  <a:srgbClr val="000000"/>
                </a:solidFill>
                <a:latin typeface="Trebuchet MS"/>
                <a:ea typeface="Trebuchet MS"/>
                <a:cs typeface="Trebuchet MS"/>
                <a:sym typeface="Trebuchet MS"/>
              </a:endParaRPr>
            </a:p>
          </p:txBody>
        </p:sp>
        <p:sp>
          <p:nvSpPr>
            <p:cNvPr id="328" name="Google Shape;328;p8"/>
            <p:cNvSpPr/>
            <p:nvPr/>
          </p:nvSpPr>
          <p:spPr>
            <a:xfrm>
              <a:off x="647700" y="3706054"/>
              <a:ext cx="901700" cy="9017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Trebuchet MS"/>
                <a:buNone/>
              </a:pPr>
              <a:r>
                <a:t/>
              </a:r>
              <a:endParaRPr b="0" i="0" sz="1800" u="none" cap="none" strike="noStrike">
                <a:solidFill>
                  <a:srgbClr val="FFFFFF"/>
                </a:solidFill>
                <a:latin typeface="Trebuchet MS"/>
                <a:ea typeface="Trebuchet MS"/>
                <a:cs typeface="Trebuchet MS"/>
                <a:sym typeface="Trebuchet MS"/>
              </a:endParaRPr>
            </a:p>
          </p:txBody>
        </p:sp>
        <p:grpSp>
          <p:nvGrpSpPr>
            <p:cNvPr id="329" name="Google Shape;329;p8"/>
            <p:cNvGrpSpPr/>
            <p:nvPr/>
          </p:nvGrpSpPr>
          <p:grpSpPr>
            <a:xfrm>
              <a:off x="877887" y="3935015"/>
              <a:ext cx="441326" cy="443778"/>
              <a:chOff x="10455275" y="2498725"/>
              <a:chExt cx="285750" cy="287338"/>
            </a:xfrm>
          </p:grpSpPr>
          <p:sp>
            <p:nvSpPr>
              <p:cNvPr id="330" name="Google Shape;330;p8"/>
              <p:cNvSpPr/>
              <p:nvPr/>
            </p:nvSpPr>
            <p:spPr>
              <a:xfrm>
                <a:off x="10455275" y="2593975"/>
                <a:ext cx="285750" cy="192088"/>
              </a:xfrm>
              <a:custGeom>
                <a:rect b="b" l="l" r="r" t="t"/>
                <a:pathLst>
                  <a:path extrusionOk="0" h="601" w="903">
                    <a:moveTo>
                      <a:pt x="722" y="571"/>
                    </a:moveTo>
                    <a:lnTo>
                      <a:pt x="722" y="30"/>
                    </a:lnTo>
                    <a:lnTo>
                      <a:pt x="812" y="30"/>
                    </a:lnTo>
                    <a:lnTo>
                      <a:pt x="812" y="571"/>
                    </a:lnTo>
                    <a:lnTo>
                      <a:pt x="722" y="571"/>
                    </a:lnTo>
                    <a:close/>
                    <a:moveTo>
                      <a:pt x="512" y="571"/>
                    </a:moveTo>
                    <a:lnTo>
                      <a:pt x="512" y="300"/>
                    </a:lnTo>
                    <a:lnTo>
                      <a:pt x="602" y="300"/>
                    </a:lnTo>
                    <a:lnTo>
                      <a:pt x="602" y="571"/>
                    </a:lnTo>
                    <a:lnTo>
                      <a:pt x="512" y="571"/>
                    </a:lnTo>
                    <a:close/>
                    <a:moveTo>
                      <a:pt x="301" y="571"/>
                    </a:moveTo>
                    <a:lnTo>
                      <a:pt x="301" y="210"/>
                    </a:lnTo>
                    <a:lnTo>
                      <a:pt x="391" y="210"/>
                    </a:lnTo>
                    <a:lnTo>
                      <a:pt x="391" y="571"/>
                    </a:lnTo>
                    <a:lnTo>
                      <a:pt x="301" y="571"/>
                    </a:lnTo>
                    <a:close/>
                    <a:moveTo>
                      <a:pt x="91" y="571"/>
                    </a:moveTo>
                    <a:lnTo>
                      <a:pt x="91" y="421"/>
                    </a:lnTo>
                    <a:lnTo>
                      <a:pt x="181" y="421"/>
                    </a:lnTo>
                    <a:lnTo>
                      <a:pt x="181" y="571"/>
                    </a:lnTo>
                    <a:lnTo>
                      <a:pt x="91" y="571"/>
                    </a:lnTo>
                    <a:close/>
                    <a:moveTo>
                      <a:pt x="888" y="571"/>
                    </a:moveTo>
                    <a:lnTo>
                      <a:pt x="842" y="571"/>
                    </a:lnTo>
                    <a:lnTo>
                      <a:pt x="842" y="15"/>
                    </a:lnTo>
                    <a:lnTo>
                      <a:pt x="842" y="12"/>
                    </a:lnTo>
                    <a:lnTo>
                      <a:pt x="841" y="9"/>
                    </a:lnTo>
                    <a:lnTo>
                      <a:pt x="840" y="7"/>
                    </a:lnTo>
                    <a:lnTo>
                      <a:pt x="838" y="5"/>
                    </a:lnTo>
                    <a:lnTo>
                      <a:pt x="836" y="3"/>
                    </a:lnTo>
                    <a:lnTo>
                      <a:pt x="833" y="1"/>
                    </a:lnTo>
                    <a:lnTo>
                      <a:pt x="830" y="0"/>
                    </a:lnTo>
                    <a:lnTo>
                      <a:pt x="827" y="0"/>
                    </a:lnTo>
                    <a:lnTo>
                      <a:pt x="707" y="0"/>
                    </a:lnTo>
                    <a:lnTo>
                      <a:pt x="704" y="0"/>
                    </a:lnTo>
                    <a:lnTo>
                      <a:pt x="702" y="1"/>
                    </a:lnTo>
                    <a:lnTo>
                      <a:pt x="698" y="3"/>
                    </a:lnTo>
                    <a:lnTo>
                      <a:pt x="696" y="5"/>
                    </a:lnTo>
                    <a:lnTo>
                      <a:pt x="694" y="7"/>
                    </a:lnTo>
                    <a:lnTo>
                      <a:pt x="693" y="9"/>
                    </a:lnTo>
                    <a:lnTo>
                      <a:pt x="692" y="12"/>
                    </a:lnTo>
                    <a:lnTo>
                      <a:pt x="692" y="15"/>
                    </a:lnTo>
                    <a:lnTo>
                      <a:pt x="692" y="571"/>
                    </a:lnTo>
                    <a:lnTo>
                      <a:pt x="632" y="571"/>
                    </a:lnTo>
                    <a:lnTo>
                      <a:pt x="632" y="285"/>
                    </a:lnTo>
                    <a:lnTo>
                      <a:pt x="632" y="283"/>
                    </a:lnTo>
                    <a:lnTo>
                      <a:pt x="631" y="280"/>
                    </a:lnTo>
                    <a:lnTo>
                      <a:pt x="630" y="278"/>
                    </a:lnTo>
                    <a:lnTo>
                      <a:pt x="628" y="275"/>
                    </a:lnTo>
                    <a:lnTo>
                      <a:pt x="626" y="274"/>
                    </a:lnTo>
                    <a:lnTo>
                      <a:pt x="622" y="271"/>
                    </a:lnTo>
                    <a:lnTo>
                      <a:pt x="620" y="271"/>
                    </a:lnTo>
                    <a:lnTo>
                      <a:pt x="617" y="270"/>
                    </a:lnTo>
                    <a:lnTo>
                      <a:pt x="497" y="270"/>
                    </a:lnTo>
                    <a:lnTo>
                      <a:pt x="494" y="271"/>
                    </a:lnTo>
                    <a:lnTo>
                      <a:pt x="491" y="271"/>
                    </a:lnTo>
                    <a:lnTo>
                      <a:pt x="488" y="274"/>
                    </a:lnTo>
                    <a:lnTo>
                      <a:pt x="486" y="275"/>
                    </a:lnTo>
                    <a:lnTo>
                      <a:pt x="484" y="278"/>
                    </a:lnTo>
                    <a:lnTo>
                      <a:pt x="483" y="280"/>
                    </a:lnTo>
                    <a:lnTo>
                      <a:pt x="482" y="283"/>
                    </a:lnTo>
                    <a:lnTo>
                      <a:pt x="482" y="285"/>
                    </a:lnTo>
                    <a:lnTo>
                      <a:pt x="482" y="571"/>
                    </a:lnTo>
                    <a:lnTo>
                      <a:pt x="421" y="571"/>
                    </a:lnTo>
                    <a:lnTo>
                      <a:pt x="421" y="195"/>
                    </a:lnTo>
                    <a:lnTo>
                      <a:pt x="421" y="192"/>
                    </a:lnTo>
                    <a:lnTo>
                      <a:pt x="420" y="190"/>
                    </a:lnTo>
                    <a:lnTo>
                      <a:pt x="419" y="187"/>
                    </a:lnTo>
                    <a:lnTo>
                      <a:pt x="417" y="185"/>
                    </a:lnTo>
                    <a:lnTo>
                      <a:pt x="415" y="184"/>
                    </a:lnTo>
                    <a:lnTo>
                      <a:pt x="412" y="181"/>
                    </a:lnTo>
                    <a:lnTo>
                      <a:pt x="409" y="180"/>
                    </a:lnTo>
                    <a:lnTo>
                      <a:pt x="406" y="180"/>
                    </a:lnTo>
                    <a:lnTo>
                      <a:pt x="286" y="180"/>
                    </a:lnTo>
                    <a:lnTo>
                      <a:pt x="283" y="180"/>
                    </a:lnTo>
                    <a:lnTo>
                      <a:pt x="281" y="181"/>
                    </a:lnTo>
                    <a:lnTo>
                      <a:pt x="277" y="184"/>
                    </a:lnTo>
                    <a:lnTo>
                      <a:pt x="275" y="185"/>
                    </a:lnTo>
                    <a:lnTo>
                      <a:pt x="274" y="187"/>
                    </a:lnTo>
                    <a:lnTo>
                      <a:pt x="272" y="190"/>
                    </a:lnTo>
                    <a:lnTo>
                      <a:pt x="271" y="192"/>
                    </a:lnTo>
                    <a:lnTo>
                      <a:pt x="271" y="195"/>
                    </a:lnTo>
                    <a:lnTo>
                      <a:pt x="271" y="571"/>
                    </a:lnTo>
                    <a:lnTo>
                      <a:pt x="211" y="571"/>
                    </a:lnTo>
                    <a:lnTo>
                      <a:pt x="211" y="406"/>
                    </a:lnTo>
                    <a:lnTo>
                      <a:pt x="211" y="403"/>
                    </a:lnTo>
                    <a:lnTo>
                      <a:pt x="210" y="400"/>
                    </a:lnTo>
                    <a:lnTo>
                      <a:pt x="209" y="398"/>
                    </a:lnTo>
                    <a:lnTo>
                      <a:pt x="207" y="396"/>
                    </a:lnTo>
                    <a:lnTo>
                      <a:pt x="205" y="394"/>
                    </a:lnTo>
                    <a:lnTo>
                      <a:pt x="201" y="392"/>
                    </a:lnTo>
                    <a:lnTo>
                      <a:pt x="199" y="391"/>
                    </a:lnTo>
                    <a:lnTo>
                      <a:pt x="196" y="391"/>
                    </a:lnTo>
                    <a:lnTo>
                      <a:pt x="76" y="391"/>
                    </a:lnTo>
                    <a:lnTo>
                      <a:pt x="73" y="391"/>
                    </a:lnTo>
                    <a:lnTo>
                      <a:pt x="70" y="392"/>
                    </a:lnTo>
                    <a:lnTo>
                      <a:pt x="67" y="394"/>
                    </a:lnTo>
                    <a:lnTo>
                      <a:pt x="65" y="396"/>
                    </a:lnTo>
                    <a:lnTo>
                      <a:pt x="63" y="398"/>
                    </a:lnTo>
                    <a:lnTo>
                      <a:pt x="62" y="400"/>
                    </a:lnTo>
                    <a:lnTo>
                      <a:pt x="61" y="403"/>
                    </a:lnTo>
                    <a:lnTo>
                      <a:pt x="61" y="406"/>
                    </a:lnTo>
                    <a:lnTo>
                      <a:pt x="61" y="571"/>
                    </a:lnTo>
                    <a:lnTo>
                      <a:pt x="16" y="571"/>
                    </a:lnTo>
                    <a:lnTo>
                      <a:pt x="13" y="571"/>
                    </a:lnTo>
                    <a:lnTo>
                      <a:pt x="10" y="572"/>
                    </a:lnTo>
                    <a:lnTo>
                      <a:pt x="7" y="573"/>
                    </a:lnTo>
                    <a:lnTo>
                      <a:pt x="5" y="576"/>
                    </a:lnTo>
                    <a:lnTo>
                      <a:pt x="3" y="578"/>
                    </a:lnTo>
                    <a:lnTo>
                      <a:pt x="2" y="581"/>
                    </a:lnTo>
                    <a:lnTo>
                      <a:pt x="1" y="583"/>
                    </a:lnTo>
                    <a:lnTo>
                      <a:pt x="0" y="586"/>
                    </a:lnTo>
                    <a:lnTo>
                      <a:pt x="1" y="590"/>
                    </a:lnTo>
                    <a:lnTo>
                      <a:pt x="2" y="593"/>
                    </a:lnTo>
                    <a:lnTo>
                      <a:pt x="3" y="595"/>
                    </a:lnTo>
                    <a:lnTo>
                      <a:pt x="5" y="597"/>
                    </a:lnTo>
                    <a:lnTo>
                      <a:pt x="7" y="599"/>
                    </a:lnTo>
                    <a:lnTo>
                      <a:pt x="10" y="600"/>
                    </a:lnTo>
                    <a:lnTo>
                      <a:pt x="13" y="601"/>
                    </a:lnTo>
                    <a:lnTo>
                      <a:pt x="16" y="601"/>
                    </a:lnTo>
                    <a:lnTo>
                      <a:pt x="76" y="601"/>
                    </a:lnTo>
                    <a:lnTo>
                      <a:pt x="196" y="601"/>
                    </a:lnTo>
                    <a:lnTo>
                      <a:pt x="286" y="601"/>
                    </a:lnTo>
                    <a:lnTo>
                      <a:pt x="406" y="601"/>
                    </a:lnTo>
                    <a:lnTo>
                      <a:pt x="497" y="601"/>
                    </a:lnTo>
                    <a:lnTo>
                      <a:pt x="617" y="601"/>
                    </a:lnTo>
                    <a:lnTo>
                      <a:pt x="707" y="601"/>
                    </a:lnTo>
                    <a:lnTo>
                      <a:pt x="827" y="601"/>
                    </a:lnTo>
                    <a:lnTo>
                      <a:pt x="888" y="601"/>
                    </a:lnTo>
                    <a:lnTo>
                      <a:pt x="890" y="601"/>
                    </a:lnTo>
                    <a:lnTo>
                      <a:pt x="893" y="600"/>
                    </a:lnTo>
                    <a:lnTo>
                      <a:pt x="896" y="599"/>
                    </a:lnTo>
                    <a:lnTo>
                      <a:pt x="898" y="597"/>
                    </a:lnTo>
                    <a:lnTo>
                      <a:pt x="900" y="595"/>
                    </a:lnTo>
                    <a:lnTo>
                      <a:pt x="901" y="593"/>
                    </a:lnTo>
                    <a:lnTo>
                      <a:pt x="902" y="590"/>
                    </a:lnTo>
                    <a:lnTo>
                      <a:pt x="903" y="586"/>
                    </a:lnTo>
                    <a:lnTo>
                      <a:pt x="902" y="583"/>
                    </a:lnTo>
                    <a:lnTo>
                      <a:pt x="901" y="581"/>
                    </a:lnTo>
                    <a:lnTo>
                      <a:pt x="900" y="578"/>
                    </a:lnTo>
                    <a:lnTo>
                      <a:pt x="898" y="576"/>
                    </a:lnTo>
                    <a:lnTo>
                      <a:pt x="896" y="573"/>
                    </a:lnTo>
                    <a:lnTo>
                      <a:pt x="893" y="572"/>
                    </a:lnTo>
                    <a:lnTo>
                      <a:pt x="890" y="571"/>
                    </a:lnTo>
                    <a:lnTo>
                      <a:pt x="888" y="571"/>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sp>
            <p:nvSpPr>
              <p:cNvPr id="331" name="Google Shape;331;p8"/>
              <p:cNvSpPr/>
              <p:nvPr/>
            </p:nvSpPr>
            <p:spPr>
              <a:xfrm>
                <a:off x="10474325" y="2498725"/>
                <a:ext cx="252413" cy="157163"/>
              </a:xfrm>
              <a:custGeom>
                <a:rect b="b" l="l" r="r" t="t"/>
                <a:pathLst>
                  <a:path extrusionOk="0" h="496" w="796">
                    <a:moveTo>
                      <a:pt x="60" y="406"/>
                    </a:moveTo>
                    <a:lnTo>
                      <a:pt x="66" y="407"/>
                    </a:lnTo>
                    <a:lnTo>
                      <a:pt x="73" y="410"/>
                    </a:lnTo>
                    <a:lnTo>
                      <a:pt x="78" y="413"/>
                    </a:lnTo>
                    <a:lnTo>
                      <a:pt x="83" y="417"/>
                    </a:lnTo>
                    <a:lnTo>
                      <a:pt x="83" y="417"/>
                    </a:lnTo>
                    <a:lnTo>
                      <a:pt x="83" y="417"/>
                    </a:lnTo>
                    <a:lnTo>
                      <a:pt x="83" y="417"/>
                    </a:lnTo>
                    <a:lnTo>
                      <a:pt x="83" y="417"/>
                    </a:lnTo>
                    <a:lnTo>
                      <a:pt x="86" y="421"/>
                    </a:lnTo>
                    <a:lnTo>
                      <a:pt x="88" y="426"/>
                    </a:lnTo>
                    <a:lnTo>
                      <a:pt x="89" y="431"/>
                    </a:lnTo>
                    <a:lnTo>
                      <a:pt x="90" y="436"/>
                    </a:lnTo>
                    <a:lnTo>
                      <a:pt x="89" y="443"/>
                    </a:lnTo>
                    <a:lnTo>
                      <a:pt x="88" y="448"/>
                    </a:lnTo>
                    <a:lnTo>
                      <a:pt x="85" y="453"/>
                    </a:lnTo>
                    <a:lnTo>
                      <a:pt x="81" y="458"/>
                    </a:lnTo>
                    <a:lnTo>
                      <a:pt x="76" y="461"/>
                    </a:lnTo>
                    <a:lnTo>
                      <a:pt x="72" y="464"/>
                    </a:lnTo>
                    <a:lnTo>
                      <a:pt x="65" y="466"/>
                    </a:lnTo>
                    <a:lnTo>
                      <a:pt x="60" y="466"/>
                    </a:lnTo>
                    <a:lnTo>
                      <a:pt x="54" y="466"/>
                    </a:lnTo>
                    <a:lnTo>
                      <a:pt x="48" y="464"/>
                    </a:lnTo>
                    <a:lnTo>
                      <a:pt x="43" y="461"/>
                    </a:lnTo>
                    <a:lnTo>
                      <a:pt x="39" y="458"/>
                    </a:lnTo>
                    <a:lnTo>
                      <a:pt x="34" y="453"/>
                    </a:lnTo>
                    <a:lnTo>
                      <a:pt x="32" y="448"/>
                    </a:lnTo>
                    <a:lnTo>
                      <a:pt x="30" y="443"/>
                    </a:lnTo>
                    <a:lnTo>
                      <a:pt x="30" y="436"/>
                    </a:lnTo>
                    <a:lnTo>
                      <a:pt x="30" y="430"/>
                    </a:lnTo>
                    <a:lnTo>
                      <a:pt x="32" y="425"/>
                    </a:lnTo>
                    <a:lnTo>
                      <a:pt x="34" y="419"/>
                    </a:lnTo>
                    <a:lnTo>
                      <a:pt x="39" y="415"/>
                    </a:lnTo>
                    <a:lnTo>
                      <a:pt x="43" y="412"/>
                    </a:lnTo>
                    <a:lnTo>
                      <a:pt x="48" y="409"/>
                    </a:lnTo>
                    <a:lnTo>
                      <a:pt x="54" y="407"/>
                    </a:lnTo>
                    <a:lnTo>
                      <a:pt x="60" y="406"/>
                    </a:lnTo>
                    <a:lnTo>
                      <a:pt x="60" y="406"/>
                    </a:lnTo>
                    <a:close/>
                    <a:moveTo>
                      <a:pt x="285" y="211"/>
                    </a:moveTo>
                    <a:lnTo>
                      <a:pt x="291" y="211"/>
                    </a:lnTo>
                    <a:lnTo>
                      <a:pt x="297" y="214"/>
                    </a:lnTo>
                    <a:lnTo>
                      <a:pt x="302" y="216"/>
                    </a:lnTo>
                    <a:lnTo>
                      <a:pt x="306" y="220"/>
                    </a:lnTo>
                    <a:lnTo>
                      <a:pt x="311" y="224"/>
                    </a:lnTo>
                    <a:lnTo>
                      <a:pt x="313" y="230"/>
                    </a:lnTo>
                    <a:lnTo>
                      <a:pt x="315" y="235"/>
                    </a:lnTo>
                    <a:lnTo>
                      <a:pt x="315" y="241"/>
                    </a:lnTo>
                    <a:lnTo>
                      <a:pt x="315" y="247"/>
                    </a:lnTo>
                    <a:lnTo>
                      <a:pt x="313" y="253"/>
                    </a:lnTo>
                    <a:lnTo>
                      <a:pt x="311" y="257"/>
                    </a:lnTo>
                    <a:lnTo>
                      <a:pt x="306" y="262"/>
                    </a:lnTo>
                    <a:lnTo>
                      <a:pt x="302" y="266"/>
                    </a:lnTo>
                    <a:lnTo>
                      <a:pt x="297" y="268"/>
                    </a:lnTo>
                    <a:lnTo>
                      <a:pt x="291" y="270"/>
                    </a:lnTo>
                    <a:lnTo>
                      <a:pt x="285" y="271"/>
                    </a:lnTo>
                    <a:lnTo>
                      <a:pt x="280" y="270"/>
                    </a:lnTo>
                    <a:lnTo>
                      <a:pt x="273" y="268"/>
                    </a:lnTo>
                    <a:lnTo>
                      <a:pt x="269" y="266"/>
                    </a:lnTo>
                    <a:lnTo>
                      <a:pt x="264" y="262"/>
                    </a:lnTo>
                    <a:lnTo>
                      <a:pt x="260" y="257"/>
                    </a:lnTo>
                    <a:lnTo>
                      <a:pt x="257" y="253"/>
                    </a:lnTo>
                    <a:lnTo>
                      <a:pt x="256" y="247"/>
                    </a:lnTo>
                    <a:lnTo>
                      <a:pt x="255" y="241"/>
                    </a:lnTo>
                    <a:lnTo>
                      <a:pt x="256" y="235"/>
                    </a:lnTo>
                    <a:lnTo>
                      <a:pt x="257" y="230"/>
                    </a:lnTo>
                    <a:lnTo>
                      <a:pt x="260" y="224"/>
                    </a:lnTo>
                    <a:lnTo>
                      <a:pt x="264" y="220"/>
                    </a:lnTo>
                    <a:lnTo>
                      <a:pt x="269" y="216"/>
                    </a:lnTo>
                    <a:lnTo>
                      <a:pt x="273" y="214"/>
                    </a:lnTo>
                    <a:lnTo>
                      <a:pt x="280" y="211"/>
                    </a:lnTo>
                    <a:lnTo>
                      <a:pt x="285" y="211"/>
                    </a:lnTo>
                    <a:close/>
                    <a:moveTo>
                      <a:pt x="511" y="301"/>
                    </a:moveTo>
                    <a:lnTo>
                      <a:pt x="516" y="301"/>
                    </a:lnTo>
                    <a:lnTo>
                      <a:pt x="521" y="302"/>
                    </a:lnTo>
                    <a:lnTo>
                      <a:pt x="526" y="306"/>
                    </a:lnTo>
                    <a:lnTo>
                      <a:pt x="530" y="308"/>
                    </a:lnTo>
                    <a:lnTo>
                      <a:pt x="530" y="308"/>
                    </a:lnTo>
                    <a:lnTo>
                      <a:pt x="530" y="308"/>
                    </a:lnTo>
                    <a:lnTo>
                      <a:pt x="530" y="308"/>
                    </a:lnTo>
                    <a:lnTo>
                      <a:pt x="530" y="308"/>
                    </a:lnTo>
                    <a:lnTo>
                      <a:pt x="535" y="313"/>
                    </a:lnTo>
                    <a:lnTo>
                      <a:pt x="538" y="319"/>
                    </a:lnTo>
                    <a:lnTo>
                      <a:pt x="540" y="325"/>
                    </a:lnTo>
                    <a:lnTo>
                      <a:pt x="541" y="331"/>
                    </a:lnTo>
                    <a:lnTo>
                      <a:pt x="540" y="337"/>
                    </a:lnTo>
                    <a:lnTo>
                      <a:pt x="539" y="343"/>
                    </a:lnTo>
                    <a:lnTo>
                      <a:pt x="536" y="347"/>
                    </a:lnTo>
                    <a:lnTo>
                      <a:pt x="532" y="353"/>
                    </a:lnTo>
                    <a:lnTo>
                      <a:pt x="527" y="356"/>
                    </a:lnTo>
                    <a:lnTo>
                      <a:pt x="523" y="359"/>
                    </a:lnTo>
                    <a:lnTo>
                      <a:pt x="516" y="360"/>
                    </a:lnTo>
                    <a:lnTo>
                      <a:pt x="511" y="361"/>
                    </a:lnTo>
                    <a:lnTo>
                      <a:pt x="505" y="360"/>
                    </a:lnTo>
                    <a:lnTo>
                      <a:pt x="499" y="359"/>
                    </a:lnTo>
                    <a:lnTo>
                      <a:pt x="494" y="356"/>
                    </a:lnTo>
                    <a:lnTo>
                      <a:pt x="490" y="353"/>
                    </a:lnTo>
                    <a:lnTo>
                      <a:pt x="486" y="349"/>
                    </a:lnTo>
                    <a:lnTo>
                      <a:pt x="483" y="343"/>
                    </a:lnTo>
                    <a:lnTo>
                      <a:pt x="481" y="337"/>
                    </a:lnTo>
                    <a:lnTo>
                      <a:pt x="481" y="331"/>
                    </a:lnTo>
                    <a:lnTo>
                      <a:pt x="481" y="325"/>
                    </a:lnTo>
                    <a:lnTo>
                      <a:pt x="483" y="320"/>
                    </a:lnTo>
                    <a:lnTo>
                      <a:pt x="486" y="314"/>
                    </a:lnTo>
                    <a:lnTo>
                      <a:pt x="490" y="310"/>
                    </a:lnTo>
                    <a:lnTo>
                      <a:pt x="494" y="307"/>
                    </a:lnTo>
                    <a:lnTo>
                      <a:pt x="499" y="304"/>
                    </a:lnTo>
                    <a:lnTo>
                      <a:pt x="505" y="301"/>
                    </a:lnTo>
                    <a:lnTo>
                      <a:pt x="511" y="301"/>
                    </a:lnTo>
                    <a:lnTo>
                      <a:pt x="511" y="301"/>
                    </a:lnTo>
                    <a:close/>
                    <a:moveTo>
                      <a:pt x="736" y="30"/>
                    </a:moveTo>
                    <a:lnTo>
                      <a:pt x="742" y="31"/>
                    </a:lnTo>
                    <a:lnTo>
                      <a:pt x="748" y="33"/>
                    </a:lnTo>
                    <a:lnTo>
                      <a:pt x="753" y="36"/>
                    </a:lnTo>
                    <a:lnTo>
                      <a:pt x="757" y="39"/>
                    </a:lnTo>
                    <a:lnTo>
                      <a:pt x="762" y="43"/>
                    </a:lnTo>
                    <a:lnTo>
                      <a:pt x="764" y="49"/>
                    </a:lnTo>
                    <a:lnTo>
                      <a:pt x="766" y="55"/>
                    </a:lnTo>
                    <a:lnTo>
                      <a:pt x="766" y="60"/>
                    </a:lnTo>
                    <a:lnTo>
                      <a:pt x="766" y="67"/>
                    </a:lnTo>
                    <a:lnTo>
                      <a:pt x="764" y="72"/>
                    </a:lnTo>
                    <a:lnTo>
                      <a:pt x="762" y="78"/>
                    </a:lnTo>
                    <a:lnTo>
                      <a:pt x="757" y="82"/>
                    </a:lnTo>
                    <a:lnTo>
                      <a:pt x="753" y="85"/>
                    </a:lnTo>
                    <a:lnTo>
                      <a:pt x="748" y="88"/>
                    </a:lnTo>
                    <a:lnTo>
                      <a:pt x="742" y="90"/>
                    </a:lnTo>
                    <a:lnTo>
                      <a:pt x="736" y="90"/>
                    </a:lnTo>
                    <a:lnTo>
                      <a:pt x="731" y="90"/>
                    </a:lnTo>
                    <a:lnTo>
                      <a:pt x="724" y="88"/>
                    </a:lnTo>
                    <a:lnTo>
                      <a:pt x="720" y="85"/>
                    </a:lnTo>
                    <a:lnTo>
                      <a:pt x="716" y="82"/>
                    </a:lnTo>
                    <a:lnTo>
                      <a:pt x="711" y="78"/>
                    </a:lnTo>
                    <a:lnTo>
                      <a:pt x="708" y="72"/>
                    </a:lnTo>
                    <a:lnTo>
                      <a:pt x="707" y="67"/>
                    </a:lnTo>
                    <a:lnTo>
                      <a:pt x="706" y="60"/>
                    </a:lnTo>
                    <a:lnTo>
                      <a:pt x="707" y="55"/>
                    </a:lnTo>
                    <a:lnTo>
                      <a:pt x="708" y="49"/>
                    </a:lnTo>
                    <a:lnTo>
                      <a:pt x="711" y="43"/>
                    </a:lnTo>
                    <a:lnTo>
                      <a:pt x="716" y="39"/>
                    </a:lnTo>
                    <a:lnTo>
                      <a:pt x="720" y="36"/>
                    </a:lnTo>
                    <a:lnTo>
                      <a:pt x="724" y="33"/>
                    </a:lnTo>
                    <a:lnTo>
                      <a:pt x="731" y="31"/>
                    </a:lnTo>
                    <a:lnTo>
                      <a:pt x="736" y="30"/>
                    </a:lnTo>
                    <a:lnTo>
                      <a:pt x="736" y="30"/>
                    </a:lnTo>
                    <a:close/>
                    <a:moveTo>
                      <a:pt x="60" y="496"/>
                    </a:moveTo>
                    <a:lnTo>
                      <a:pt x="66" y="496"/>
                    </a:lnTo>
                    <a:lnTo>
                      <a:pt x="72" y="495"/>
                    </a:lnTo>
                    <a:lnTo>
                      <a:pt x="77" y="494"/>
                    </a:lnTo>
                    <a:lnTo>
                      <a:pt x="84" y="492"/>
                    </a:lnTo>
                    <a:lnTo>
                      <a:pt x="89" y="489"/>
                    </a:lnTo>
                    <a:lnTo>
                      <a:pt x="93" y="487"/>
                    </a:lnTo>
                    <a:lnTo>
                      <a:pt x="98" y="482"/>
                    </a:lnTo>
                    <a:lnTo>
                      <a:pt x="102" y="479"/>
                    </a:lnTo>
                    <a:lnTo>
                      <a:pt x="106" y="475"/>
                    </a:lnTo>
                    <a:lnTo>
                      <a:pt x="109" y="470"/>
                    </a:lnTo>
                    <a:lnTo>
                      <a:pt x="113" y="465"/>
                    </a:lnTo>
                    <a:lnTo>
                      <a:pt x="115" y="460"/>
                    </a:lnTo>
                    <a:lnTo>
                      <a:pt x="117" y="455"/>
                    </a:lnTo>
                    <a:lnTo>
                      <a:pt x="119" y="448"/>
                    </a:lnTo>
                    <a:lnTo>
                      <a:pt x="120" y="443"/>
                    </a:lnTo>
                    <a:lnTo>
                      <a:pt x="120" y="436"/>
                    </a:lnTo>
                    <a:lnTo>
                      <a:pt x="119" y="429"/>
                    </a:lnTo>
                    <a:lnTo>
                      <a:pt x="118" y="422"/>
                    </a:lnTo>
                    <a:lnTo>
                      <a:pt x="116" y="416"/>
                    </a:lnTo>
                    <a:lnTo>
                      <a:pt x="114" y="410"/>
                    </a:lnTo>
                    <a:lnTo>
                      <a:pt x="251" y="291"/>
                    </a:lnTo>
                    <a:lnTo>
                      <a:pt x="259" y="295"/>
                    </a:lnTo>
                    <a:lnTo>
                      <a:pt x="267" y="298"/>
                    </a:lnTo>
                    <a:lnTo>
                      <a:pt x="276" y="300"/>
                    </a:lnTo>
                    <a:lnTo>
                      <a:pt x="285" y="301"/>
                    </a:lnTo>
                    <a:lnTo>
                      <a:pt x="292" y="300"/>
                    </a:lnTo>
                    <a:lnTo>
                      <a:pt x="300" y="299"/>
                    </a:lnTo>
                    <a:lnTo>
                      <a:pt x="306" y="297"/>
                    </a:lnTo>
                    <a:lnTo>
                      <a:pt x="313" y="294"/>
                    </a:lnTo>
                    <a:lnTo>
                      <a:pt x="318" y="291"/>
                    </a:lnTo>
                    <a:lnTo>
                      <a:pt x="325" y="286"/>
                    </a:lnTo>
                    <a:lnTo>
                      <a:pt x="329" y="282"/>
                    </a:lnTo>
                    <a:lnTo>
                      <a:pt x="333" y="277"/>
                    </a:lnTo>
                    <a:lnTo>
                      <a:pt x="451" y="324"/>
                    </a:lnTo>
                    <a:lnTo>
                      <a:pt x="451" y="327"/>
                    </a:lnTo>
                    <a:lnTo>
                      <a:pt x="451" y="331"/>
                    </a:lnTo>
                    <a:lnTo>
                      <a:pt x="451" y="338"/>
                    </a:lnTo>
                    <a:lnTo>
                      <a:pt x="452" y="343"/>
                    </a:lnTo>
                    <a:lnTo>
                      <a:pt x="453" y="350"/>
                    </a:lnTo>
                    <a:lnTo>
                      <a:pt x="455" y="355"/>
                    </a:lnTo>
                    <a:lnTo>
                      <a:pt x="457" y="360"/>
                    </a:lnTo>
                    <a:lnTo>
                      <a:pt x="461" y="365"/>
                    </a:lnTo>
                    <a:lnTo>
                      <a:pt x="464" y="370"/>
                    </a:lnTo>
                    <a:lnTo>
                      <a:pt x="468" y="374"/>
                    </a:lnTo>
                    <a:lnTo>
                      <a:pt x="472" y="377"/>
                    </a:lnTo>
                    <a:lnTo>
                      <a:pt x="477" y="381"/>
                    </a:lnTo>
                    <a:lnTo>
                      <a:pt x="482" y="384"/>
                    </a:lnTo>
                    <a:lnTo>
                      <a:pt x="487" y="387"/>
                    </a:lnTo>
                    <a:lnTo>
                      <a:pt x="493" y="388"/>
                    </a:lnTo>
                    <a:lnTo>
                      <a:pt x="498" y="390"/>
                    </a:lnTo>
                    <a:lnTo>
                      <a:pt x="505" y="391"/>
                    </a:lnTo>
                    <a:lnTo>
                      <a:pt x="511" y="391"/>
                    </a:lnTo>
                    <a:lnTo>
                      <a:pt x="517" y="391"/>
                    </a:lnTo>
                    <a:lnTo>
                      <a:pt x="523" y="390"/>
                    </a:lnTo>
                    <a:lnTo>
                      <a:pt x="529" y="388"/>
                    </a:lnTo>
                    <a:lnTo>
                      <a:pt x="535" y="387"/>
                    </a:lnTo>
                    <a:lnTo>
                      <a:pt x="540" y="384"/>
                    </a:lnTo>
                    <a:lnTo>
                      <a:pt x="544" y="381"/>
                    </a:lnTo>
                    <a:lnTo>
                      <a:pt x="550" y="377"/>
                    </a:lnTo>
                    <a:lnTo>
                      <a:pt x="554" y="373"/>
                    </a:lnTo>
                    <a:lnTo>
                      <a:pt x="557" y="370"/>
                    </a:lnTo>
                    <a:lnTo>
                      <a:pt x="560" y="365"/>
                    </a:lnTo>
                    <a:lnTo>
                      <a:pt x="564" y="360"/>
                    </a:lnTo>
                    <a:lnTo>
                      <a:pt x="567" y="355"/>
                    </a:lnTo>
                    <a:lnTo>
                      <a:pt x="568" y="350"/>
                    </a:lnTo>
                    <a:lnTo>
                      <a:pt x="570" y="343"/>
                    </a:lnTo>
                    <a:lnTo>
                      <a:pt x="571" y="338"/>
                    </a:lnTo>
                    <a:lnTo>
                      <a:pt x="571" y="331"/>
                    </a:lnTo>
                    <a:lnTo>
                      <a:pt x="570" y="322"/>
                    </a:lnTo>
                    <a:lnTo>
                      <a:pt x="568" y="312"/>
                    </a:lnTo>
                    <a:lnTo>
                      <a:pt x="565" y="304"/>
                    </a:lnTo>
                    <a:lnTo>
                      <a:pt x="559" y="296"/>
                    </a:lnTo>
                    <a:lnTo>
                      <a:pt x="710" y="115"/>
                    </a:lnTo>
                    <a:lnTo>
                      <a:pt x="717" y="117"/>
                    </a:lnTo>
                    <a:lnTo>
                      <a:pt x="723" y="119"/>
                    </a:lnTo>
                    <a:lnTo>
                      <a:pt x="730" y="120"/>
                    </a:lnTo>
                    <a:lnTo>
                      <a:pt x="736" y="120"/>
                    </a:lnTo>
                    <a:lnTo>
                      <a:pt x="742" y="120"/>
                    </a:lnTo>
                    <a:lnTo>
                      <a:pt x="749" y="119"/>
                    </a:lnTo>
                    <a:lnTo>
                      <a:pt x="754" y="118"/>
                    </a:lnTo>
                    <a:lnTo>
                      <a:pt x="760" y="116"/>
                    </a:lnTo>
                    <a:lnTo>
                      <a:pt x="765" y="114"/>
                    </a:lnTo>
                    <a:lnTo>
                      <a:pt x="770" y="111"/>
                    </a:lnTo>
                    <a:lnTo>
                      <a:pt x="775" y="106"/>
                    </a:lnTo>
                    <a:lnTo>
                      <a:pt x="779" y="103"/>
                    </a:lnTo>
                    <a:lnTo>
                      <a:pt x="783" y="99"/>
                    </a:lnTo>
                    <a:lnTo>
                      <a:pt x="786" y="95"/>
                    </a:lnTo>
                    <a:lnTo>
                      <a:pt x="790" y="89"/>
                    </a:lnTo>
                    <a:lnTo>
                      <a:pt x="792" y="84"/>
                    </a:lnTo>
                    <a:lnTo>
                      <a:pt x="794" y="79"/>
                    </a:lnTo>
                    <a:lnTo>
                      <a:pt x="795" y="73"/>
                    </a:lnTo>
                    <a:lnTo>
                      <a:pt x="796" y="67"/>
                    </a:lnTo>
                    <a:lnTo>
                      <a:pt x="796" y="60"/>
                    </a:lnTo>
                    <a:lnTo>
                      <a:pt x="796" y="54"/>
                    </a:lnTo>
                    <a:lnTo>
                      <a:pt x="795" y="49"/>
                    </a:lnTo>
                    <a:lnTo>
                      <a:pt x="794" y="43"/>
                    </a:lnTo>
                    <a:lnTo>
                      <a:pt x="792" y="37"/>
                    </a:lnTo>
                    <a:lnTo>
                      <a:pt x="790" y="31"/>
                    </a:lnTo>
                    <a:lnTo>
                      <a:pt x="786" y="27"/>
                    </a:lnTo>
                    <a:lnTo>
                      <a:pt x="783" y="23"/>
                    </a:lnTo>
                    <a:lnTo>
                      <a:pt x="779" y="19"/>
                    </a:lnTo>
                    <a:lnTo>
                      <a:pt x="775" y="14"/>
                    </a:lnTo>
                    <a:lnTo>
                      <a:pt x="770" y="11"/>
                    </a:lnTo>
                    <a:lnTo>
                      <a:pt x="765" y="8"/>
                    </a:lnTo>
                    <a:lnTo>
                      <a:pt x="760" y="5"/>
                    </a:lnTo>
                    <a:lnTo>
                      <a:pt x="754" y="4"/>
                    </a:lnTo>
                    <a:lnTo>
                      <a:pt x="749" y="1"/>
                    </a:lnTo>
                    <a:lnTo>
                      <a:pt x="742" y="0"/>
                    </a:lnTo>
                    <a:lnTo>
                      <a:pt x="736" y="0"/>
                    </a:lnTo>
                    <a:lnTo>
                      <a:pt x="731" y="0"/>
                    </a:lnTo>
                    <a:lnTo>
                      <a:pt x="724" y="1"/>
                    </a:lnTo>
                    <a:lnTo>
                      <a:pt x="719" y="4"/>
                    </a:lnTo>
                    <a:lnTo>
                      <a:pt x="712" y="5"/>
                    </a:lnTo>
                    <a:lnTo>
                      <a:pt x="708" y="8"/>
                    </a:lnTo>
                    <a:lnTo>
                      <a:pt x="703" y="11"/>
                    </a:lnTo>
                    <a:lnTo>
                      <a:pt x="698" y="14"/>
                    </a:lnTo>
                    <a:lnTo>
                      <a:pt x="694" y="19"/>
                    </a:lnTo>
                    <a:lnTo>
                      <a:pt x="690" y="22"/>
                    </a:lnTo>
                    <a:lnTo>
                      <a:pt x="687" y="27"/>
                    </a:lnTo>
                    <a:lnTo>
                      <a:pt x="683" y="31"/>
                    </a:lnTo>
                    <a:lnTo>
                      <a:pt x="681" y="37"/>
                    </a:lnTo>
                    <a:lnTo>
                      <a:pt x="679" y="43"/>
                    </a:lnTo>
                    <a:lnTo>
                      <a:pt x="677" y="49"/>
                    </a:lnTo>
                    <a:lnTo>
                      <a:pt x="676" y="54"/>
                    </a:lnTo>
                    <a:lnTo>
                      <a:pt x="676" y="60"/>
                    </a:lnTo>
                    <a:lnTo>
                      <a:pt x="677" y="70"/>
                    </a:lnTo>
                    <a:lnTo>
                      <a:pt x="679" y="80"/>
                    </a:lnTo>
                    <a:lnTo>
                      <a:pt x="682" y="88"/>
                    </a:lnTo>
                    <a:lnTo>
                      <a:pt x="688" y="96"/>
                    </a:lnTo>
                    <a:lnTo>
                      <a:pt x="537" y="277"/>
                    </a:lnTo>
                    <a:lnTo>
                      <a:pt x="530" y="275"/>
                    </a:lnTo>
                    <a:lnTo>
                      <a:pt x="524" y="272"/>
                    </a:lnTo>
                    <a:lnTo>
                      <a:pt x="517" y="271"/>
                    </a:lnTo>
                    <a:lnTo>
                      <a:pt x="511" y="271"/>
                    </a:lnTo>
                    <a:lnTo>
                      <a:pt x="504" y="271"/>
                    </a:lnTo>
                    <a:lnTo>
                      <a:pt x="496" y="272"/>
                    </a:lnTo>
                    <a:lnTo>
                      <a:pt x="490" y="275"/>
                    </a:lnTo>
                    <a:lnTo>
                      <a:pt x="483" y="278"/>
                    </a:lnTo>
                    <a:lnTo>
                      <a:pt x="478" y="281"/>
                    </a:lnTo>
                    <a:lnTo>
                      <a:pt x="472" y="285"/>
                    </a:lnTo>
                    <a:lnTo>
                      <a:pt x="467" y="291"/>
                    </a:lnTo>
                    <a:lnTo>
                      <a:pt x="463" y="296"/>
                    </a:lnTo>
                    <a:lnTo>
                      <a:pt x="345" y="249"/>
                    </a:lnTo>
                    <a:lnTo>
                      <a:pt x="345" y="245"/>
                    </a:lnTo>
                    <a:lnTo>
                      <a:pt x="345" y="241"/>
                    </a:lnTo>
                    <a:lnTo>
                      <a:pt x="345" y="235"/>
                    </a:lnTo>
                    <a:lnTo>
                      <a:pt x="344" y="229"/>
                    </a:lnTo>
                    <a:lnTo>
                      <a:pt x="343" y="223"/>
                    </a:lnTo>
                    <a:lnTo>
                      <a:pt x="341" y="218"/>
                    </a:lnTo>
                    <a:lnTo>
                      <a:pt x="339" y="212"/>
                    </a:lnTo>
                    <a:lnTo>
                      <a:pt x="335" y="207"/>
                    </a:lnTo>
                    <a:lnTo>
                      <a:pt x="332" y="203"/>
                    </a:lnTo>
                    <a:lnTo>
                      <a:pt x="328" y="199"/>
                    </a:lnTo>
                    <a:lnTo>
                      <a:pt x="324" y="194"/>
                    </a:lnTo>
                    <a:lnTo>
                      <a:pt x="319" y="191"/>
                    </a:lnTo>
                    <a:lnTo>
                      <a:pt x="314" y="188"/>
                    </a:lnTo>
                    <a:lnTo>
                      <a:pt x="309" y="186"/>
                    </a:lnTo>
                    <a:lnTo>
                      <a:pt x="303" y="184"/>
                    </a:lnTo>
                    <a:lnTo>
                      <a:pt x="298" y="182"/>
                    </a:lnTo>
                    <a:lnTo>
                      <a:pt x="291" y="181"/>
                    </a:lnTo>
                    <a:lnTo>
                      <a:pt x="285" y="180"/>
                    </a:lnTo>
                    <a:lnTo>
                      <a:pt x="280" y="181"/>
                    </a:lnTo>
                    <a:lnTo>
                      <a:pt x="273" y="182"/>
                    </a:lnTo>
                    <a:lnTo>
                      <a:pt x="268" y="184"/>
                    </a:lnTo>
                    <a:lnTo>
                      <a:pt x="261" y="186"/>
                    </a:lnTo>
                    <a:lnTo>
                      <a:pt x="257" y="188"/>
                    </a:lnTo>
                    <a:lnTo>
                      <a:pt x="252" y="191"/>
                    </a:lnTo>
                    <a:lnTo>
                      <a:pt x="247" y="194"/>
                    </a:lnTo>
                    <a:lnTo>
                      <a:pt x="243" y="199"/>
                    </a:lnTo>
                    <a:lnTo>
                      <a:pt x="239" y="203"/>
                    </a:lnTo>
                    <a:lnTo>
                      <a:pt x="236" y="207"/>
                    </a:lnTo>
                    <a:lnTo>
                      <a:pt x="232" y="212"/>
                    </a:lnTo>
                    <a:lnTo>
                      <a:pt x="230" y="218"/>
                    </a:lnTo>
                    <a:lnTo>
                      <a:pt x="228" y="223"/>
                    </a:lnTo>
                    <a:lnTo>
                      <a:pt x="226" y="229"/>
                    </a:lnTo>
                    <a:lnTo>
                      <a:pt x="225" y="235"/>
                    </a:lnTo>
                    <a:lnTo>
                      <a:pt x="225" y="241"/>
                    </a:lnTo>
                    <a:lnTo>
                      <a:pt x="226" y="248"/>
                    </a:lnTo>
                    <a:lnTo>
                      <a:pt x="227" y="255"/>
                    </a:lnTo>
                    <a:lnTo>
                      <a:pt x="229" y="262"/>
                    </a:lnTo>
                    <a:lnTo>
                      <a:pt x="231" y="267"/>
                    </a:lnTo>
                    <a:lnTo>
                      <a:pt x="94" y="387"/>
                    </a:lnTo>
                    <a:lnTo>
                      <a:pt x="86" y="383"/>
                    </a:lnTo>
                    <a:lnTo>
                      <a:pt x="78" y="380"/>
                    </a:lnTo>
                    <a:lnTo>
                      <a:pt x="69" y="377"/>
                    </a:lnTo>
                    <a:lnTo>
                      <a:pt x="60" y="376"/>
                    </a:lnTo>
                    <a:lnTo>
                      <a:pt x="54" y="376"/>
                    </a:lnTo>
                    <a:lnTo>
                      <a:pt x="47" y="377"/>
                    </a:lnTo>
                    <a:lnTo>
                      <a:pt x="42" y="379"/>
                    </a:lnTo>
                    <a:lnTo>
                      <a:pt x="36" y="381"/>
                    </a:lnTo>
                    <a:lnTo>
                      <a:pt x="31" y="384"/>
                    </a:lnTo>
                    <a:lnTo>
                      <a:pt x="26" y="387"/>
                    </a:lnTo>
                    <a:lnTo>
                      <a:pt x="21" y="390"/>
                    </a:lnTo>
                    <a:lnTo>
                      <a:pt x="17" y="394"/>
                    </a:lnTo>
                    <a:lnTo>
                      <a:pt x="13" y="398"/>
                    </a:lnTo>
                    <a:lnTo>
                      <a:pt x="10" y="403"/>
                    </a:lnTo>
                    <a:lnTo>
                      <a:pt x="6" y="407"/>
                    </a:lnTo>
                    <a:lnTo>
                      <a:pt x="4" y="413"/>
                    </a:lnTo>
                    <a:lnTo>
                      <a:pt x="2" y="418"/>
                    </a:lnTo>
                    <a:lnTo>
                      <a:pt x="1" y="425"/>
                    </a:lnTo>
                    <a:lnTo>
                      <a:pt x="0" y="430"/>
                    </a:lnTo>
                    <a:lnTo>
                      <a:pt x="0" y="436"/>
                    </a:lnTo>
                    <a:lnTo>
                      <a:pt x="0" y="443"/>
                    </a:lnTo>
                    <a:lnTo>
                      <a:pt x="1" y="448"/>
                    </a:lnTo>
                    <a:lnTo>
                      <a:pt x="2" y="455"/>
                    </a:lnTo>
                    <a:lnTo>
                      <a:pt x="4" y="460"/>
                    </a:lnTo>
                    <a:lnTo>
                      <a:pt x="6" y="465"/>
                    </a:lnTo>
                    <a:lnTo>
                      <a:pt x="10" y="470"/>
                    </a:lnTo>
                    <a:lnTo>
                      <a:pt x="13" y="475"/>
                    </a:lnTo>
                    <a:lnTo>
                      <a:pt x="17" y="479"/>
                    </a:lnTo>
                    <a:lnTo>
                      <a:pt x="21" y="482"/>
                    </a:lnTo>
                    <a:lnTo>
                      <a:pt x="26" y="487"/>
                    </a:lnTo>
                    <a:lnTo>
                      <a:pt x="31" y="489"/>
                    </a:lnTo>
                    <a:lnTo>
                      <a:pt x="36" y="492"/>
                    </a:lnTo>
                    <a:lnTo>
                      <a:pt x="42" y="494"/>
                    </a:lnTo>
                    <a:lnTo>
                      <a:pt x="47" y="495"/>
                    </a:lnTo>
                    <a:lnTo>
                      <a:pt x="54" y="496"/>
                    </a:lnTo>
                    <a:lnTo>
                      <a:pt x="60" y="49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grpSp>
      </p:grpSp>
      <p:grpSp>
        <p:nvGrpSpPr>
          <p:cNvPr id="332" name="Google Shape;332;p8"/>
          <p:cNvGrpSpPr/>
          <p:nvPr/>
        </p:nvGrpSpPr>
        <p:grpSpPr>
          <a:xfrm>
            <a:off x="939800" y="4531825"/>
            <a:ext cx="4349449" cy="1520700"/>
            <a:chOff x="647700" y="4914095"/>
            <a:chExt cx="4349449" cy="1520700"/>
          </a:xfrm>
        </p:grpSpPr>
        <p:sp>
          <p:nvSpPr>
            <p:cNvPr id="333" name="Google Shape;333;p8"/>
            <p:cNvSpPr txBox="1"/>
            <p:nvPr/>
          </p:nvSpPr>
          <p:spPr>
            <a:xfrm>
              <a:off x="1909549" y="4914095"/>
              <a:ext cx="3087600" cy="15207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58595B"/>
                </a:buClr>
                <a:buSzPts val="3200"/>
                <a:buFont typeface="Arial"/>
                <a:buNone/>
              </a:pPr>
              <a:r>
                <a:rPr b="1" i="1" lang="en-US" sz="3200">
                  <a:solidFill>
                    <a:srgbClr val="58595B"/>
                  </a:solidFill>
                  <a:latin typeface="Trebuchet MS"/>
                  <a:ea typeface="Trebuchet MS"/>
                  <a:cs typeface="Trebuchet MS"/>
                  <a:sym typeface="Trebuchet MS"/>
                </a:rPr>
                <a:t>1,244</a:t>
              </a:r>
              <a:endParaRPr b="0" i="1"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3F3F3F"/>
                </a:buClr>
                <a:buSzPts val="1400"/>
                <a:buFont typeface="Arial"/>
                <a:buNone/>
              </a:pPr>
              <a:r>
                <a:rPr i="1" lang="en-US">
                  <a:solidFill>
                    <a:srgbClr val="3F3F3F"/>
                  </a:solidFill>
                  <a:latin typeface="Trebuchet MS"/>
                  <a:ea typeface="Trebuchet MS"/>
                  <a:cs typeface="Trebuchet MS"/>
                  <a:sym typeface="Trebuchet MS"/>
                </a:rPr>
                <a:t>Motorcycle-related deaths in Kenya in 2020 alone, in a sector where riders operate anonymously and incidents go uninvestigated due to no verifiable identity trail. (Kenya NTSA)</a:t>
              </a:r>
              <a:endParaRPr b="0" i="1" sz="1400" u="none" cap="none" strike="noStrike">
                <a:solidFill>
                  <a:srgbClr val="000000"/>
                </a:solidFill>
                <a:latin typeface="Arial"/>
                <a:ea typeface="Arial"/>
                <a:cs typeface="Arial"/>
                <a:sym typeface="Arial"/>
              </a:endParaRPr>
            </a:p>
          </p:txBody>
        </p:sp>
        <p:sp>
          <p:nvSpPr>
            <p:cNvPr id="334" name="Google Shape;334;p8"/>
            <p:cNvSpPr/>
            <p:nvPr/>
          </p:nvSpPr>
          <p:spPr>
            <a:xfrm>
              <a:off x="647700" y="5007999"/>
              <a:ext cx="901700" cy="90170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Trebuchet MS"/>
                <a:buNone/>
              </a:pPr>
              <a:r>
                <a:t/>
              </a:r>
              <a:endParaRPr b="0" i="0" sz="1800" u="none" cap="none" strike="noStrike">
                <a:solidFill>
                  <a:srgbClr val="FFFFFF"/>
                </a:solidFill>
                <a:latin typeface="Trebuchet MS"/>
                <a:ea typeface="Trebuchet MS"/>
                <a:cs typeface="Trebuchet MS"/>
                <a:sym typeface="Trebuchet MS"/>
              </a:endParaRPr>
            </a:p>
          </p:txBody>
        </p:sp>
        <p:grpSp>
          <p:nvGrpSpPr>
            <p:cNvPr id="335" name="Google Shape;335;p8"/>
            <p:cNvGrpSpPr/>
            <p:nvPr/>
          </p:nvGrpSpPr>
          <p:grpSpPr>
            <a:xfrm>
              <a:off x="880339" y="5241863"/>
              <a:ext cx="436424" cy="433972"/>
              <a:chOff x="5468938" y="1920875"/>
              <a:chExt cx="282575" cy="280988"/>
            </a:xfrm>
          </p:grpSpPr>
          <p:sp>
            <p:nvSpPr>
              <p:cNvPr id="336" name="Google Shape;336;p8"/>
              <p:cNvSpPr/>
              <p:nvPr/>
            </p:nvSpPr>
            <p:spPr>
              <a:xfrm>
                <a:off x="5468938" y="1920875"/>
                <a:ext cx="130175" cy="128588"/>
              </a:xfrm>
              <a:custGeom>
                <a:rect b="b" l="l" r="r" t="t"/>
                <a:pathLst>
                  <a:path extrusionOk="0" h="406" w="407">
                    <a:moveTo>
                      <a:pt x="30" y="376"/>
                    </a:moveTo>
                    <a:lnTo>
                      <a:pt x="30" y="375"/>
                    </a:lnTo>
                    <a:lnTo>
                      <a:pt x="31" y="369"/>
                    </a:lnTo>
                    <a:lnTo>
                      <a:pt x="32" y="364"/>
                    </a:lnTo>
                    <a:lnTo>
                      <a:pt x="36" y="359"/>
                    </a:lnTo>
                    <a:lnTo>
                      <a:pt x="39" y="354"/>
                    </a:lnTo>
                    <a:lnTo>
                      <a:pt x="42" y="350"/>
                    </a:lnTo>
                    <a:lnTo>
                      <a:pt x="46" y="346"/>
                    </a:lnTo>
                    <a:lnTo>
                      <a:pt x="51" y="343"/>
                    </a:lnTo>
                    <a:lnTo>
                      <a:pt x="56" y="342"/>
                    </a:lnTo>
                    <a:lnTo>
                      <a:pt x="166" y="311"/>
                    </a:lnTo>
                    <a:lnTo>
                      <a:pt x="166" y="271"/>
                    </a:lnTo>
                    <a:lnTo>
                      <a:pt x="175" y="274"/>
                    </a:lnTo>
                    <a:lnTo>
                      <a:pt x="186" y="276"/>
                    </a:lnTo>
                    <a:lnTo>
                      <a:pt x="195" y="277"/>
                    </a:lnTo>
                    <a:lnTo>
                      <a:pt x="205" y="278"/>
                    </a:lnTo>
                    <a:lnTo>
                      <a:pt x="215" y="277"/>
                    </a:lnTo>
                    <a:lnTo>
                      <a:pt x="223" y="276"/>
                    </a:lnTo>
                    <a:lnTo>
                      <a:pt x="233" y="275"/>
                    </a:lnTo>
                    <a:lnTo>
                      <a:pt x="241" y="272"/>
                    </a:lnTo>
                    <a:lnTo>
                      <a:pt x="241" y="311"/>
                    </a:lnTo>
                    <a:lnTo>
                      <a:pt x="354" y="340"/>
                    </a:lnTo>
                    <a:lnTo>
                      <a:pt x="358" y="343"/>
                    </a:lnTo>
                    <a:lnTo>
                      <a:pt x="363" y="346"/>
                    </a:lnTo>
                    <a:lnTo>
                      <a:pt x="367" y="349"/>
                    </a:lnTo>
                    <a:lnTo>
                      <a:pt x="370" y="353"/>
                    </a:lnTo>
                    <a:lnTo>
                      <a:pt x="373" y="359"/>
                    </a:lnTo>
                    <a:lnTo>
                      <a:pt x="374" y="364"/>
                    </a:lnTo>
                    <a:lnTo>
                      <a:pt x="377" y="369"/>
                    </a:lnTo>
                    <a:lnTo>
                      <a:pt x="377" y="376"/>
                    </a:lnTo>
                    <a:lnTo>
                      <a:pt x="239" y="376"/>
                    </a:lnTo>
                    <a:lnTo>
                      <a:pt x="202" y="376"/>
                    </a:lnTo>
                    <a:lnTo>
                      <a:pt x="30" y="376"/>
                    </a:lnTo>
                    <a:close/>
                    <a:moveTo>
                      <a:pt x="106" y="139"/>
                    </a:moveTo>
                    <a:lnTo>
                      <a:pt x="106" y="138"/>
                    </a:lnTo>
                    <a:lnTo>
                      <a:pt x="106" y="136"/>
                    </a:lnTo>
                    <a:lnTo>
                      <a:pt x="120" y="140"/>
                    </a:lnTo>
                    <a:lnTo>
                      <a:pt x="134" y="142"/>
                    </a:lnTo>
                    <a:lnTo>
                      <a:pt x="149" y="142"/>
                    </a:lnTo>
                    <a:lnTo>
                      <a:pt x="164" y="141"/>
                    </a:lnTo>
                    <a:lnTo>
                      <a:pt x="179" y="139"/>
                    </a:lnTo>
                    <a:lnTo>
                      <a:pt x="193" y="134"/>
                    </a:lnTo>
                    <a:lnTo>
                      <a:pt x="208" y="127"/>
                    </a:lnTo>
                    <a:lnTo>
                      <a:pt x="221" y="119"/>
                    </a:lnTo>
                    <a:lnTo>
                      <a:pt x="226" y="124"/>
                    </a:lnTo>
                    <a:lnTo>
                      <a:pt x="232" y="128"/>
                    </a:lnTo>
                    <a:lnTo>
                      <a:pt x="237" y="131"/>
                    </a:lnTo>
                    <a:lnTo>
                      <a:pt x="243" y="135"/>
                    </a:lnTo>
                    <a:lnTo>
                      <a:pt x="249" y="138"/>
                    </a:lnTo>
                    <a:lnTo>
                      <a:pt x="255" y="140"/>
                    </a:lnTo>
                    <a:lnTo>
                      <a:pt x="262" y="142"/>
                    </a:lnTo>
                    <a:lnTo>
                      <a:pt x="269" y="143"/>
                    </a:lnTo>
                    <a:lnTo>
                      <a:pt x="276" y="144"/>
                    </a:lnTo>
                    <a:lnTo>
                      <a:pt x="282" y="144"/>
                    </a:lnTo>
                    <a:lnTo>
                      <a:pt x="293" y="143"/>
                    </a:lnTo>
                    <a:lnTo>
                      <a:pt x="304" y="141"/>
                    </a:lnTo>
                    <a:lnTo>
                      <a:pt x="304" y="152"/>
                    </a:lnTo>
                    <a:lnTo>
                      <a:pt x="302" y="162"/>
                    </a:lnTo>
                    <a:lnTo>
                      <a:pt x="299" y="173"/>
                    </a:lnTo>
                    <a:lnTo>
                      <a:pt x="296" y="183"/>
                    </a:lnTo>
                    <a:lnTo>
                      <a:pt x="292" y="191"/>
                    </a:lnTo>
                    <a:lnTo>
                      <a:pt x="287" y="201"/>
                    </a:lnTo>
                    <a:lnTo>
                      <a:pt x="281" y="209"/>
                    </a:lnTo>
                    <a:lnTo>
                      <a:pt x="275" y="216"/>
                    </a:lnTo>
                    <a:lnTo>
                      <a:pt x="267" y="224"/>
                    </a:lnTo>
                    <a:lnTo>
                      <a:pt x="260" y="230"/>
                    </a:lnTo>
                    <a:lnTo>
                      <a:pt x="252" y="235"/>
                    </a:lnTo>
                    <a:lnTo>
                      <a:pt x="244" y="240"/>
                    </a:lnTo>
                    <a:lnTo>
                      <a:pt x="234" y="243"/>
                    </a:lnTo>
                    <a:lnTo>
                      <a:pt x="225" y="246"/>
                    </a:lnTo>
                    <a:lnTo>
                      <a:pt x="216" y="247"/>
                    </a:lnTo>
                    <a:lnTo>
                      <a:pt x="205" y="248"/>
                    </a:lnTo>
                    <a:lnTo>
                      <a:pt x="195" y="247"/>
                    </a:lnTo>
                    <a:lnTo>
                      <a:pt x="186" y="245"/>
                    </a:lnTo>
                    <a:lnTo>
                      <a:pt x="176" y="243"/>
                    </a:lnTo>
                    <a:lnTo>
                      <a:pt x="166" y="240"/>
                    </a:lnTo>
                    <a:lnTo>
                      <a:pt x="158" y="234"/>
                    </a:lnTo>
                    <a:lnTo>
                      <a:pt x="150" y="229"/>
                    </a:lnTo>
                    <a:lnTo>
                      <a:pt x="143" y="223"/>
                    </a:lnTo>
                    <a:lnTo>
                      <a:pt x="135" y="216"/>
                    </a:lnTo>
                    <a:lnTo>
                      <a:pt x="129" y="208"/>
                    </a:lnTo>
                    <a:lnTo>
                      <a:pt x="124" y="200"/>
                    </a:lnTo>
                    <a:lnTo>
                      <a:pt x="118" y="190"/>
                    </a:lnTo>
                    <a:lnTo>
                      <a:pt x="114" y="181"/>
                    </a:lnTo>
                    <a:lnTo>
                      <a:pt x="111" y="171"/>
                    </a:lnTo>
                    <a:lnTo>
                      <a:pt x="109" y="160"/>
                    </a:lnTo>
                    <a:lnTo>
                      <a:pt x="107" y="150"/>
                    </a:lnTo>
                    <a:lnTo>
                      <a:pt x="106" y="139"/>
                    </a:lnTo>
                    <a:close/>
                    <a:moveTo>
                      <a:pt x="205" y="30"/>
                    </a:moveTo>
                    <a:lnTo>
                      <a:pt x="214" y="30"/>
                    </a:lnTo>
                    <a:lnTo>
                      <a:pt x="222" y="32"/>
                    </a:lnTo>
                    <a:lnTo>
                      <a:pt x="230" y="33"/>
                    </a:lnTo>
                    <a:lnTo>
                      <a:pt x="238" y="36"/>
                    </a:lnTo>
                    <a:lnTo>
                      <a:pt x="246" y="39"/>
                    </a:lnTo>
                    <a:lnTo>
                      <a:pt x="252" y="43"/>
                    </a:lnTo>
                    <a:lnTo>
                      <a:pt x="260" y="48"/>
                    </a:lnTo>
                    <a:lnTo>
                      <a:pt x="266" y="53"/>
                    </a:lnTo>
                    <a:lnTo>
                      <a:pt x="271" y="58"/>
                    </a:lnTo>
                    <a:lnTo>
                      <a:pt x="278" y="65"/>
                    </a:lnTo>
                    <a:lnTo>
                      <a:pt x="282" y="71"/>
                    </a:lnTo>
                    <a:lnTo>
                      <a:pt x="288" y="78"/>
                    </a:lnTo>
                    <a:lnTo>
                      <a:pt x="292" y="85"/>
                    </a:lnTo>
                    <a:lnTo>
                      <a:pt x="295" y="94"/>
                    </a:lnTo>
                    <a:lnTo>
                      <a:pt x="298" y="102"/>
                    </a:lnTo>
                    <a:lnTo>
                      <a:pt x="300" y="110"/>
                    </a:lnTo>
                    <a:lnTo>
                      <a:pt x="295" y="112"/>
                    </a:lnTo>
                    <a:lnTo>
                      <a:pt x="289" y="113"/>
                    </a:lnTo>
                    <a:lnTo>
                      <a:pt x="281" y="114"/>
                    </a:lnTo>
                    <a:lnTo>
                      <a:pt x="274" y="113"/>
                    </a:lnTo>
                    <a:lnTo>
                      <a:pt x="265" y="112"/>
                    </a:lnTo>
                    <a:lnTo>
                      <a:pt x="255" y="108"/>
                    </a:lnTo>
                    <a:lnTo>
                      <a:pt x="250" y="105"/>
                    </a:lnTo>
                    <a:lnTo>
                      <a:pt x="246" y="100"/>
                    </a:lnTo>
                    <a:lnTo>
                      <a:pt x="241" y="96"/>
                    </a:lnTo>
                    <a:lnTo>
                      <a:pt x="237" y="90"/>
                    </a:lnTo>
                    <a:lnTo>
                      <a:pt x="235" y="87"/>
                    </a:lnTo>
                    <a:lnTo>
                      <a:pt x="233" y="84"/>
                    </a:lnTo>
                    <a:lnTo>
                      <a:pt x="230" y="83"/>
                    </a:lnTo>
                    <a:lnTo>
                      <a:pt x="226" y="82"/>
                    </a:lnTo>
                    <a:lnTo>
                      <a:pt x="223" y="82"/>
                    </a:lnTo>
                    <a:lnTo>
                      <a:pt x="220" y="83"/>
                    </a:lnTo>
                    <a:lnTo>
                      <a:pt x="217" y="84"/>
                    </a:lnTo>
                    <a:lnTo>
                      <a:pt x="214" y="86"/>
                    </a:lnTo>
                    <a:lnTo>
                      <a:pt x="208" y="92"/>
                    </a:lnTo>
                    <a:lnTo>
                      <a:pt x="202" y="96"/>
                    </a:lnTo>
                    <a:lnTo>
                      <a:pt x="195" y="100"/>
                    </a:lnTo>
                    <a:lnTo>
                      <a:pt x="189" y="104"/>
                    </a:lnTo>
                    <a:lnTo>
                      <a:pt x="181" y="107"/>
                    </a:lnTo>
                    <a:lnTo>
                      <a:pt x="175" y="109"/>
                    </a:lnTo>
                    <a:lnTo>
                      <a:pt x="167" y="111"/>
                    </a:lnTo>
                    <a:lnTo>
                      <a:pt x="161" y="112"/>
                    </a:lnTo>
                    <a:lnTo>
                      <a:pt x="147" y="113"/>
                    </a:lnTo>
                    <a:lnTo>
                      <a:pt x="134" y="112"/>
                    </a:lnTo>
                    <a:lnTo>
                      <a:pt x="121" y="110"/>
                    </a:lnTo>
                    <a:lnTo>
                      <a:pt x="111" y="106"/>
                    </a:lnTo>
                    <a:lnTo>
                      <a:pt x="114" y="97"/>
                    </a:lnTo>
                    <a:lnTo>
                      <a:pt x="117" y="90"/>
                    </a:lnTo>
                    <a:lnTo>
                      <a:pt x="121" y="82"/>
                    </a:lnTo>
                    <a:lnTo>
                      <a:pt x="125" y="76"/>
                    </a:lnTo>
                    <a:lnTo>
                      <a:pt x="130" y="68"/>
                    </a:lnTo>
                    <a:lnTo>
                      <a:pt x="135" y="63"/>
                    </a:lnTo>
                    <a:lnTo>
                      <a:pt x="141" y="56"/>
                    </a:lnTo>
                    <a:lnTo>
                      <a:pt x="146" y="51"/>
                    </a:lnTo>
                    <a:lnTo>
                      <a:pt x="152" y="47"/>
                    </a:lnTo>
                    <a:lnTo>
                      <a:pt x="160" y="42"/>
                    </a:lnTo>
                    <a:lnTo>
                      <a:pt x="166" y="38"/>
                    </a:lnTo>
                    <a:lnTo>
                      <a:pt x="174" y="35"/>
                    </a:lnTo>
                    <a:lnTo>
                      <a:pt x="181" y="33"/>
                    </a:lnTo>
                    <a:lnTo>
                      <a:pt x="189" y="31"/>
                    </a:lnTo>
                    <a:lnTo>
                      <a:pt x="198" y="30"/>
                    </a:lnTo>
                    <a:lnTo>
                      <a:pt x="205" y="30"/>
                    </a:lnTo>
                    <a:close/>
                    <a:moveTo>
                      <a:pt x="239" y="406"/>
                    </a:moveTo>
                    <a:lnTo>
                      <a:pt x="407" y="406"/>
                    </a:lnTo>
                    <a:lnTo>
                      <a:pt x="407" y="376"/>
                    </a:lnTo>
                    <a:lnTo>
                      <a:pt x="406" y="365"/>
                    </a:lnTo>
                    <a:lnTo>
                      <a:pt x="403" y="354"/>
                    </a:lnTo>
                    <a:lnTo>
                      <a:pt x="399" y="345"/>
                    </a:lnTo>
                    <a:lnTo>
                      <a:pt x="394" y="336"/>
                    </a:lnTo>
                    <a:lnTo>
                      <a:pt x="387" y="328"/>
                    </a:lnTo>
                    <a:lnTo>
                      <a:pt x="380" y="321"/>
                    </a:lnTo>
                    <a:lnTo>
                      <a:pt x="371" y="316"/>
                    </a:lnTo>
                    <a:lnTo>
                      <a:pt x="363" y="311"/>
                    </a:lnTo>
                    <a:lnTo>
                      <a:pt x="271" y="289"/>
                    </a:lnTo>
                    <a:lnTo>
                      <a:pt x="271" y="258"/>
                    </a:lnTo>
                    <a:lnTo>
                      <a:pt x="278" y="253"/>
                    </a:lnTo>
                    <a:lnTo>
                      <a:pt x="284" y="248"/>
                    </a:lnTo>
                    <a:lnTo>
                      <a:pt x="291" y="242"/>
                    </a:lnTo>
                    <a:lnTo>
                      <a:pt x="297" y="236"/>
                    </a:lnTo>
                    <a:lnTo>
                      <a:pt x="308" y="223"/>
                    </a:lnTo>
                    <a:lnTo>
                      <a:pt x="317" y="209"/>
                    </a:lnTo>
                    <a:lnTo>
                      <a:pt x="321" y="200"/>
                    </a:lnTo>
                    <a:lnTo>
                      <a:pt x="324" y="192"/>
                    </a:lnTo>
                    <a:lnTo>
                      <a:pt x="327" y="184"/>
                    </a:lnTo>
                    <a:lnTo>
                      <a:pt x="329" y="175"/>
                    </a:lnTo>
                    <a:lnTo>
                      <a:pt x="332" y="167"/>
                    </a:lnTo>
                    <a:lnTo>
                      <a:pt x="333" y="157"/>
                    </a:lnTo>
                    <a:lnTo>
                      <a:pt x="334" y="149"/>
                    </a:lnTo>
                    <a:lnTo>
                      <a:pt x="334" y="139"/>
                    </a:lnTo>
                    <a:lnTo>
                      <a:pt x="334" y="125"/>
                    </a:lnTo>
                    <a:lnTo>
                      <a:pt x="332" y="111"/>
                    </a:lnTo>
                    <a:lnTo>
                      <a:pt x="328" y="97"/>
                    </a:lnTo>
                    <a:lnTo>
                      <a:pt x="324" y="84"/>
                    </a:lnTo>
                    <a:lnTo>
                      <a:pt x="319" y="72"/>
                    </a:lnTo>
                    <a:lnTo>
                      <a:pt x="312" y="61"/>
                    </a:lnTo>
                    <a:lnTo>
                      <a:pt x="305" y="50"/>
                    </a:lnTo>
                    <a:lnTo>
                      <a:pt x="296" y="40"/>
                    </a:lnTo>
                    <a:lnTo>
                      <a:pt x="288" y="32"/>
                    </a:lnTo>
                    <a:lnTo>
                      <a:pt x="277" y="23"/>
                    </a:lnTo>
                    <a:lnTo>
                      <a:pt x="266" y="17"/>
                    </a:lnTo>
                    <a:lnTo>
                      <a:pt x="255" y="10"/>
                    </a:lnTo>
                    <a:lnTo>
                      <a:pt x="244" y="6"/>
                    </a:lnTo>
                    <a:lnTo>
                      <a:pt x="231" y="3"/>
                    </a:lnTo>
                    <a:lnTo>
                      <a:pt x="219" y="1"/>
                    </a:lnTo>
                    <a:lnTo>
                      <a:pt x="205" y="0"/>
                    </a:lnTo>
                    <a:lnTo>
                      <a:pt x="192" y="1"/>
                    </a:lnTo>
                    <a:lnTo>
                      <a:pt x="179" y="3"/>
                    </a:lnTo>
                    <a:lnTo>
                      <a:pt x="167" y="6"/>
                    </a:lnTo>
                    <a:lnTo>
                      <a:pt x="156" y="10"/>
                    </a:lnTo>
                    <a:lnTo>
                      <a:pt x="144" y="17"/>
                    </a:lnTo>
                    <a:lnTo>
                      <a:pt x="133" y="23"/>
                    </a:lnTo>
                    <a:lnTo>
                      <a:pt x="124" y="32"/>
                    </a:lnTo>
                    <a:lnTo>
                      <a:pt x="114" y="40"/>
                    </a:lnTo>
                    <a:lnTo>
                      <a:pt x="106" y="50"/>
                    </a:lnTo>
                    <a:lnTo>
                      <a:pt x="99" y="61"/>
                    </a:lnTo>
                    <a:lnTo>
                      <a:pt x="92" y="72"/>
                    </a:lnTo>
                    <a:lnTo>
                      <a:pt x="87" y="84"/>
                    </a:lnTo>
                    <a:lnTo>
                      <a:pt x="83" y="97"/>
                    </a:lnTo>
                    <a:lnTo>
                      <a:pt x="80" y="111"/>
                    </a:lnTo>
                    <a:lnTo>
                      <a:pt x="77" y="125"/>
                    </a:lnTo>
                    <a:lnTo>
                      <a:pt x="76" y="139"/>
                    </a:lnTo>
                    <a:lnTo>
                      <a:pt x="76" y="147"/>
                    </a:lnTo>
                    <a:lnTo>
                      <a:pt x="77" y="157"/>
                    </a:lnTo>
                    <a:lnTo>
                      <a:pt x="78" y="166"/>
                    </a:lnTo>
                    <a:lnTo>
                      <a:pt x="81" y="174"/>
                    </a:lnTo>
                    <a:lnTo>
                      <a:pt x="86" y="190"/>
                    </a:lnTo>
                    <a:lnTo>
                      <a:pt x="92" y="206"/>
                    </a:lnTo>
                    <a:lnTo>
                      <a:pt x="101" y="220"/>
                    </a:lnTo>
                    <a:lnTo>
                      <a:pt x="112" y="234"/>
                    </a:lnTo>
                    <a:lnTo>
                      <a:pt x="124" y="246"/>
                    </a:lnTo>
                    <a:lnTo>
                      <a:pt x="136" y="256"/>
                    </a:lnTo>
                    <a:lnTo>
                      <a:pt x="136" y="289"/>
                    </a:lnTo>
                    <a:lnTo>
                      <a:pt x="48" y="313"/>
                    </a:lnTo>
                    <a:lnTo>
                      <a:pt x="39" y="316"/>
                    </a:lnTo>
                    <a:lnTo>
                      <a:pt x="29" y="321"/>
                    </a:lnTo>
                    <a:lnTo>
                      <a:pt x="22" y="328"/>
                    </a:lnTo>
                    <a:lnTo>
                      <a:pt x="14" y="336"/>
                    </a:lnTo>
                    <a:lnTo>
                      <a:pt x="9" y="345"/>
                    </a:lnTo>
                    <a:lnTo>
                      <a:pt x="5" y="354"/>
                    </a:lnTo>
                    <a:lnTo>
                      <a:pt x="1" y="364"/>
                    </a:lnTo>
                    <a:lnTo>
                      <a:pt x="0" y="375"/>
                    </a:lnTo>
                    <a:lnTo>
                      <a:pt x="0" y="406"/>
                    </a:lnTo>
                    <a:lnTo>
                      <a:pt x="202" y="406"/>
                    </a:lnTo>
                    <a:lnTo>
                      <a:pt x="239" y="40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sp>
            <p:nvSpPr>
              <p:cNvPr id="337" name="Google Shape;337;p8"/>
              <p:cNvSpPr/>
              <p:nvPr/>
            </p:nvSpPr>
            <p:spPr>
              <a:xfrm>
                <a:off x="5622925" y="1920875"/>
                <a:ext cx="128588" cy="128588"/>
              </a:xfrm>
              <a:custGeom>
                <a:rect b="b" l="l" r="r" t="t"/>
                <a:pathLst>
                  <a:path extrusionOk="0" h="406" w="406">
                    <a:moveTo>
                      <a:pt x="239" y="376"/>
                    </a:moveTo>
                    <a:lnTo>
                      <a:pt x="201" y="376"/>
                    </a:lnTo>
                    <a:lnTo>
                      <a:pt x="30" y="376"/>
                    </a:lnTo>
                    <a:lnTo>
                      <a:pt x="30" y="375"/>
                    </a:lnTo>
                    <a:lnTo>
                      <a:pt x="31" y="369"/>
                    </a:lnTo>
                    <a:lnTo>
                      <a:pt x="32" y="364"/>
                    </a:lnTo>
                    <a:lnTo>
                      <a:pt x="34" y="359"/>
                    </a:lnTo>
                    <a:lnTo>
                      <a:pt x="37" y="354"/>
                    </a:lnTo>
                    <a:lnTo>
                      <a:pt x="41" y="350"/>
                    </a:lnTo>
                    <a:lnTo>
                      <a:pt x="46" y="346"/>
                    </a:lnTo>
                    <a:lnTo>
                      <a:pt x="50" y="343"/>
                    </a:lnTo>
                    <a:lnTo>
                      <a:pt x="55" y="342"/>
                    </a:lnTo>
                    <a:lnTo>
                      <a:pt x="166" y="311"/>
                    </a:lnTo>
                    <a:lnTo>
                      <a:pt x="166" y="271"/>
                    </a:lnTo>
                    <a:lnTo>
                      <a:pt x="174" y="274"/>
                    </a:lnTo>
                    <a:lnTo>
                      <a:pt x="184" y="276"/>
                    </a:lnTo>
                    <a:lnTo>
                      <a:pt x="195" y="277"/>
                    </a:lnTo>
                    <a:lnTo>
                      <a:pt x="204" y="278"/>
                    </a:lnTo>
                    <a:lnTo>
                      <a:pt x="214" y="277"/>
                    </a:lnTo>
                    <a:lnTo>
                      <a:pt x="223" y="276"/>
                    </a:lnTo>
                    <a:lnTo>
                      <a:pt x="232" y="275"/>
                    </a:lnTo>
                    <a:lnTo>
                      <a:pt x="241" y="272"/>
                    </a:lnTo>
                    <a:lnTo>
                      <a:pt x="241" y="311"/>
                    </a:lnTo>
                    <a:lnTo>
                      <a:pt x="353" y="340"/>
                    </a:lnTo>
                    <a:lnTo>
                      <a:pt x="358" y="343"/>
                    </a:lnTo>
                    <a:lnTo>
                      <a:pt x="362" y="346"/>
                    </a:lnTo>
                    <a:lnTo>
                      <a:pt x="366" y="349"/>
                    </a:lnTo>
                    <a:lnTo>
                      <a:pt x="370" y="353"/>
                    </a:lnTo>
                    <a:lnTo>
                      <a:pt x="372" y="359"/>
                    </a:lnTo>
                    <a:lnTo>
                      <a:pt x="374" y="364"/>
                    </a:lnTo>
                    <a:lnTo>
                      <a:pt x="376" y="369"/>
                    </a:lnTo>
                    <a:lnTo>
                      <a:pt x="376" y="376"/>
                    </a:lnTo>
                    <a:lnTo>
                      <a:pt x="239" y="376"/>
                    </a:lnTo>
                    <a:close/>
                    <a:moveTo>
                      <a:pt x="106" y="139"/>
                    </a:moveTo>
                    <a:lnTo>
                      <a:pt x="106" y="138"/>
                    </a:lnTo>
                    <a:lnTo>
                      <a:pt x="106" y="136"/>
                    </a:lnTo>
                    <a:lnTo>
                      <a:pt x="119" y="140"/>
                    </a:lnTo>
                    <a:lnTo>
                      <a:pt x="134" y="142"/>
                    </a:lnTo>
                    <a:lnTo>
                      <a:pt x="148" y="142"/>
                    </a:lnTo>
                    <a:lnTo>
                      <a:pt x="163" y="141"/>
                    </a:lnTo>
                    <a:lnTo>
                      <a:pt x="178" y="139"/>
                    </a:lnTo>
                    <a:lnTo>
                      <a:pt x="193" y="134"/>
                    </a:lnTo>
                    <a:lnTo>
                      <a:pt x="208" y="127"/>
                    </a:lnTo>
                    <a:lnTo>
                      <a:pt x="221" y="119"/>
                    </a:lnTo>
                    <a:lnTo>
                      <a:pt x="226" y="124"/>
                    </a:lnTo>
                    <a:lnTo>
                      <a:pt x="230" y="128"/>
                    </a:lnTo>
                    <a:lnTo>
                      <a:pt x="237" y="131"/>
                    </a:lnTo>
                    <a:lnTo>
                      <a:pt x="242" y="135"/>
                    </a:lnTo>
                    <a:lnTo>
                      <a:pt x="248" y="138"/>
                    </a:lnTo>
                    <a:lnTo>
                      <a:pt x="255" y="140"/>
                    </a:lnTo>
                    <a:lnTo>
                      <a:pt x="261" y="142"/>
                    </a:lnTo>
                    <a:lnTo>
                      <a:pt x="269" y="143"/>
                    </a:lnTo>
                    <a:lnTo>
                      <a:pt x="275" y="144"/>
                    </a:lnTo>
                    <a:lnTo>
                      <a:pt x="282" y="144"/>
                    </a:lnTo>
                    <a:lnTo>
                      <a:pt x="292" y="143"/>
                    </a:lnTo>
                    <a:lnTo>
                      <a:pt x="303" y="141"/>
                    </a:lnTo>
                    <a:lnTo>
                      <a:pt x="303" y="152"/>
                    </a:lnTo>
                    <a:lnTo>
                      <a:pt x="301" y="162"/>
                    </a:lnTo>
                    <a:lnTo>
                      <a:pt x="299" y="173"/>
                    </a:lnTo>
                    <a:lnTo>
                      <a:pt x="294" y="183"/>
                    </a:lnTo>
                    <a:lnTo>
                      <a:pt x="290" y="191"/>
                    </a:lnTo>
                    <a:lnTo>
                      <a:pt x="286" y="201"/>
                    </a:lnTo>
                    <a:lnTo>
                      <a:pt x="279" y="209"/>
                    </a:lnTo>
                    <a:lnTo>
                      <a:pt x="274" y="216"/>
                    </a:lnTo>
                    <a:lnTo>
                      <a:pt x="267" y="224"/>
                    </a:lnTo>
                    <a:lnTo>
                      <a:pt x="259" y="230"/>
                    </a:lnTo>
                    <a:lnTo>
                      <a:pt x="251" y="235"/>
                    </a:lnTo>
                    <a:lnTo>
                      <a:pt x="243" y="240"/>
                    </a:lnTo>
                    <a:lnTo>
                      <a:pt x="233" y="243"/>
                    </a:lnTo>
                    <a:lnTo>
                      <a:pt x="224" y="246"/>
                    </a:lnTo>
                    <a:lnTo>
                      <a:pt x="214" y="247"/>
                    </a:lnTo>
                    <a:lnTo>
                      <a:pt x="204" y="248"/>
                    </a:lnTo>
                    <a:lnTo>
                      <a:pt x="195" y="247"/>
                    </a:lnTo>
                    <a:lnTo>
                      <a:pt x="185" y="245"/>
                    </a:lnTo>
                    <a:lnTo>
                      <a:pt x="175" y="243"/>
                    </a:lnTo>
                    <a:lnTo>
                      <a:pt x="166" y="240"/>
                    </a:lnTo>
                    <a:lnTo>
                      <a:pt x="157" y="234"/>
                    </a:lnTo>
                    <a:lnTo>
                      <a:pt x="150" y="229"/>
                    </a:lnTo>
                    <a:lnTo>
                      <a:pt x="142" y="223"/>
                    </a:lnTo>
                    <a:lnTo>
                      <a:pt x="135" y="216"/>
                    </a:lnTo>
                    <a:lnTo>
                      <a:pt x="128" y="208"/>
                    </a:lnTo>
                    <a:lnTo>
                      <a:pt x="123" y="200"/>
                    </a:lnTo>
                    <a:lnTo>
                      <a:pt x="118" y="190"/>
                    </a:lnTo>
                    <a:lnTo>
                      <a:pt x="113" y="181"/>
                    </a:lnTo>
                    <a:lnTo>
                      <a:pt x="110" y="171"/>
                    </a:lnTo>
                    <a:lnTo>
                      <a:pt x="108" y="160"/>
                    </a:lnTo>
                    <a:lnTo>
                      <a:pt x="106" y="150"/>
                    </a:lnTo>
                    <a:lnTo>
                      <a:pt x="106" y="139"/>
                    </a:lnTo>
                    <a:close/>
                    <a:moveTo>
                      <a:pt x="204" y="30"/>
                    </a:moveTo>
                    <a:lnTo>
                      <a:pt x="213" y="30"/>
                    </a:lnTo>
                    <a:lnTo>
                      <a:pt x="222" y="32"/>
                    </a:lnTo>
                    <a:lnTo>
                      <a:pt x="229" y="33"/>
                    </a:lnTo>
                    <a:lnTo>
                      <a:pt x="238" y="36"/>
                    </a:lnTo>
                    <a:lnTo>
                      <a:pt x="244" y="39"/>
                    </a:lnTo>
                    <a:lnTo>
                      <a:pt x="252" y="43"/>
                    </a:lnTo>
                    <a:lnTo>
                      <a:pt x="259" y="48"/>
                    </a:lnTo>
                    <a:lnTo>
                      <a:pt x="266" y="53"/>
                    </a:lnTo>
                    <a:lnTo>
                      <a:pt x="271" y="58"/>
                    </a:lnTo>
                    <a:lnTo>
                      <a:pt x="276" y="65"/>
                    </a:lnTo>
                    <a:lnTo>
                      <a:pt x="282" y="71"/>
                    </a:lnTo>
                    <a:lnTo>
                      <a:pt x="287" y="78"/>
                    </a:lnTo>
                    <a:lnTo>
                      <a:pt x="291" y="85"/>
                    </a:lnTo>
                    <a:lnTo>
                      <a:pt x="294" y="94"/>
                    </a:lnTo>
                    <a:lnTo>
                      <a:pt x="298" y="102"/>
                    </a:lnTo>
                    <a:lnTo>
                      <a:pt x="300" y="110"/>
                    </a:lnTo>
                    <a:lnTo>
                      <a:pt x="294" y="112"/>
                    </a:lnTo>
                    <a:lnTo>
                      <a:pt x="288" y="113"/>
                    </a:lnTo>
                    <a:lnTo>
                      <a:pt x="281" y="114"/>
                    </a:lnTo>
                    <a:lnTo>
                      <a:pt x="273" y="113"/>
                    </a:lnTo>
                    <a:lnTo>
                      <a:pt x="264" y="112"/>
                    </a:lnTo>
                    <a:lnTo>
                      <a:pt x="255" y="108"/>
                    </a:lnTo>
                    <a:lnTo>
                      <a:pt x="249" y="105"/>
                    </a:lnTo>
                    <a:lnTo>
                      <a:pt x="245" y="100"/>
                    </a:lnTo>
                    <a:lnTo>
                      <a:pt x="241" y="96"/>
                    </a:lnTo>
                    <a:lnTo>
                      <a:pt x="237" y="90"/>
                    </a:lnTo>
                    <a:lnTo>
                      <a:pt x="234" y="87"/>
                    </a:lnTo>
                    <a:lnTo>
                      <a:pt x="232" y="84"/>
                    </a:lnTo>
                    <a:lnTo>
                      <a:pt x="229" y="83"/>
                    </a:lnTo>
                    <a:lnTo>
                      <a:pt x="226" y="82"/>
                    </a:lnTo>
                    <a:lnTo>
                      <a:pt x="223" y="82"/>
                    </a:lnTo>
                    <a:lnTo>
                      <a:pt x="218" y="83"/>
                    </a:lnTo>
                    <a:lnTo>
                      <a:pt x="216" y="84"/>
                    </a:lnTo>
                    <a:lnTo>
                      <a:pt x="213" y="86"/>
                    </a:lnTo>
                    <a:lnTo>
                      <a:pt x="207" y="92"/>
                    </a:lnTo>
                    <a:lnTo>
                      <a:pt x="201" y="96"/>
                    </a:lnTo>
                    <a:lnTo>
                      <a:pt x="195" y="100"/>
                    </a:lnTo>
                    <a:lnTo>
                      <a:pt x="188" y="104"/>
                    </a:lnTo>
                    <a:lnTo>
                      <a:pt x="181" y="107"/>
                    </a:lnTo>
                    <a:lnTo>
                      <a:pt x="174" y="109"/>
                    </a:lnTo>
                    <a:lnTo>
                      <a:pt x="167" y="111"/>
                    </a:lnTo>
                    <a:lnTo>
                      <a:pt x="160" y="112"/>
                    </a:lnTo>
                    <a:lnTo>
                      <a:pt x="147" y="113"/>
                    </a:lnTo>
                    <a:lnTo>
                      <a:pt x="134" y="112"/>
                    </a:lnTo>
                    <a:lnTo>
                      <a:pt x="121" y="110"/>
                    </a:lnTo>
                    <a:lnTo>
                      <a:pt x="110" y="106"/>
                    </a:lnTo>
                    <a:lnTo>
                      <a:pt x="113" y="97"/>
                    </a:lnTo>
                    <a:lnTo>
                      <a:pt x="117" y="90"/>
                    </a:lnTo>
                    <a:lnTo>
                      <a:pt x="120" y="82"/>
                    </a:lnTo>
                    <a:lnTo>
                      <a:pt x="124" y="76"/>
                    </a:lnTo>
                    <a:lnTo>
                      <a:pt x="129" y="68"/>
                    </a:lnTo>
                    <a:lnTo>
                      <a:pt x="135" y="63"/>
                    </a:lnTo>
                    <a:lnTo>
                      <a:pt x="140" y="56"/>
                    </a:lnTo>
                    <a:lnTo>
                      <a:pt x="145" y="51"/>
                    </a:lnTo>
                    <a:lnTo>
                      <a:pt x="152" y="47"/>
                    </a:lnTo>
                    <a:lnTo>
                      <a:pt x="158" y="42"/>
                    </a:lnTo>
                    <a:lnTo>
                      <a:pt x="166" y="38"/>
                    </a:lnTo>
                    <a:lnTo>
                      <a:pt x="173" y="35"/>
                    </a:lnTo>
                    <a:lnTo>
                      <a:pt x="181" y="33"/>
                    </a:lnTo>
                    <a:lnTo>
                      <a:pt x="188" y="31"/>
                    </a:lnTo>
                    <a:lnTo>
                      <a:pt x="197" y="30"/>
                    </a:lnTo>
                    <a:lnTo>
                      <a:pt x="204" y="30"/>
                    </a:lnTo>
                    <a:close/>
                    <a:moveTo>
                      <a:pt x="361" y="311"/>
                    </a:moveTo>
                    <a:lnTo>
                      <a:pt x="271" y="289"/>
                    </a:lnTo>
                    <a:lnTo>
                      <a:pt x="271" y="258"/>
                    </a:lnTo>
                    <a:lnTo>
                      <a:pt x="277" y="253"/>
                    </a:lnTo>
                    <a:lnTo>
                      <a:pt x="284" y="248"/>
                    </a:lnTo>
                    <a:lnTo>
                      <a:pt x="290" y="242"/>
                    </a:lnTo>
                    <a:lnTo>
                      <a:pt x="297" y="236"/>
                    </a:lnTo>
                    <a:lnTo>
                      <a:pt x="307" y="223"/>
                    </a:lnTo>
                    <a:lnTo>
                      <a:pt x="316" y="209"/>
                    </a:lnTo>
                    <a:lnTo>
                      <a:pt x="320" y="200"/>
                    </a:lnTo>
                    <a:lnTo>
                      <a:pt x="323" y="192"/>
                    </a:lnTo>
                    <a:lnTo>
                      <a:pt x="327" y="184"/>
                    </a:lnTo>
                    <a:lnTo>
                      <a:pt x="329" y="175"/>
                    </a:lnTo>
                    <a:lnTo>
                      <a:pt x="331" y="167"/>
                    </a:lnTo>
                    <a:lnTo>
                      <a:pt x="332" y="157"/>
                    </a:lnTo>
                    <a:lnTo>
                      <a:pt x="333" y="149"/>
                    </a:lnTo>
                    <a:lnTo>
                      <a:pt x="333" y="139"/>
                    </a:lnTo>
                    <a:lnTo>
                      <a:pt x="333" y="125"/>
                    </a:lnTo>
                    <a:lnTo>
                      <a:pt x="331" y="111"/>
                    </a:lnTo>
                    <a:lnTo>
                      <a:pt x="328" y="97"/>
                    </a:lnTo>
                    <a:lnTo>
                      <a:pt x="323" y="84"/>
                    </a:lnTo>
                    <a:lnTo>
                      <a:pt x="318" y="72"/>
                    </a:lnTo>
                    <a:lnTo>
                      <a:pt x="312" y="61"/>
                    </a:lnTo>
                    <a:lnTo>
                      <a:pt x="304" y="50"/>
                    </a:lnTo>
                    <a:lnTo>
                      <a:pt x="296" y="40"/>
                    </a:lnTo>
                    <a:lnTo>
                      <a:pt x="287" y="32"/>
                    </a:lnTo>
                    <a:lnTo>
                      <a:pt x="276" y="23"/>
                    </a:lnTo>
                    <a:lnTo>
                      <a:pt x="266" y="17"/>
                    </a:lnTo>
                    <a:lnTo>
                      <a:pt x="255" y="10"/>
                    </a:lnTo>
                    <a:lnTo>
                      <a:pt x="243" y="6"/>
                    </a:lnTo>
                    <a:lnTo>
                      <a:pt x="230" y="3"/>
                    </a:lnTo>
                    <a:lnTo>
                      <a:pt x="217" y="1"/>
                    </a:lnTo>
                    <a:lnTo>
                      <a:pt x="204" y="0"/>
                    </a:lnTo>
                    <a:lnTo>
                      <a:pt x="192" y="1"/>
                    </a:lnTo>
                    <a:lnTo>
                      <a:pt x="179" y="3"/>
                    </a:lnTo>
                    <a:lnTo>
                      <a:pt x="166" y="6"/>
                    </a:lnTo>
                    <a:lnTo>
                      <a:pt x="154" y="10"/>
                    </a:lnTo>
                    <a:lnTo>
                      <a:pt x="143" y="17"/>
                    </a:lnTo>
                    <a:lnTo>
                      <a:pt x="133" y="23"/>
                    </a:lnTo>
                    <a:lnTo>
                      <a:pt x="123" y="32"/>
                    </a:lnTo>
                    <a:lnTo>
                      <a:pt x="113" y="40"/>
                    </a:lnTo>
                    <a:lnTo>
                      <a:pt x="105" y="50"/>
                    </a:lnTo>
                    <a:lnTo>
                      <a:pt x="98" y="61"/>
                    </a:lnTo>
                    <a:lnTo>
                      <a:pt x="92" y="72"/>
                    </a:lnTo>
                    <a:lnTo>
                      <a:pt x="85" y="84"/>
                    </a:lnTo>
                    <a:lnTo>
                      <a:pt x="81" y="97"/>
                    </a:lnTo>
                    <a:lnTo>
                      <a:pt x="78" y="111"/>
                    </a:lnTo>
                    <a:lnTo>
                      <a:pt x="77" y="125"/>
                    </a:lnTo>
                    <a:lnTo>
                      <a:pt x="76" y="139"/>
                    </a:lnTo>
                    <a:lnTo>
                      <a:pt x="76" y="147"/>
                    </a:lnTo>
                    <a:lnTo>
                      <a:pt x="77" y="157"/>
                    </a:lnTo>
                    <a:lnTo>
                      <a:pt x="78" y="166"/>
                    </a:lnTo>
                    <a:lnTo>
                      <a:pt x="80" y="174"/>
                    </a:lnTo>
                    <a:lnTo>
                      <a:pt x="85" y="190"/>
                    </a:lnTo>
                    <a:lnTo>
                      <a:pt x="92" y="206"/>
                    </a:lnTo>
                    <a:lnTo>
                      <a:pt x="100" y="220"/>
                    </a:lnTo>
                    <a:lnTo>
                      <a:pt x="111" y="234"/>
                    </a:lnTo>
                    <a:lnTo>
                      <a:pt x="123" y="246"/>
                    </a:lnTo>
                    <a:lnTo>
                      <a:pt x="136" y="256"/>
                    </a:lnTo>
                    <a:lnTo>
                      <a:pt x="136" y="289"/>
                    </a:lnTo>
                    <a:lnTo>
                      <a:pt x="47" y="313"/>
                    </a:lnTo>
                    <a:lnTo>
                      <a:pt x="37" y="316"/>
                    </a:lnTo>
                    <a:lnTo>
                      <a:pt x="29" y="321"/>
                    </a:lnTo>
                    <a:lnTo>
                      <a:pt x="21" y="328"/>
                    </a:lnTo>
                    <a:lnTo>
                      <a:pt x="14" y="336"/>
                    </a:lnTo>
                    <a:lnTo>
                      <a:pt x="8" y="345"/>
                    </a:lnTo>
                    <a:lnTo>
                      <a:pt x="4" y="354"/>
                    </a:lnTo>
                    <a:lnTo>
                      <a:pt x="1" y="364"/>
                    </a:lnTo>
                    <a:lnTo>
                      <a:pt x="0" y="375"/>
                    </a:lnTo>
                    <a:lnTo>
                      <a:pt x="0" y="406"/>
                    </a:lnTo>
                    <a:lnTo>
                      <a:pt x="201" y="406"/>
                    </a:lnTo>
                    <a:lnTo>
                      <a:pt x="239" y="406"/>
                    </a:lnTo>
                    <a:lnTo>
                      <a:pt x="406" y="406"/>
                    </a:lnTo>
                    <a:lnTo>
                      <a:pt x="406" y="376"/>
                    </a:lnTo>
                    <a:lnTo>
                      <a:pt x="405" y="365"/>
                    </a:lnTo>
                    <a:lnTo>
                      <a:pt x="403" y="354"/>
                    </a:lnTo>
                    <a:lnTo>
                      <a:pt x="398" y="345"/>
                    </a:lnTo>
                    <a:lnTo>
                      <a:pt x="393" y="336"/>
                    </a:lnTo>
                    <a:lnTo>
                      <a:pt x="387" y="328"/>
                    </a:lnTo>
                    <a:lnTo>
                      <a:pt x="379" y="321"/>
                    </a:lnTo>
                    <a:lnTo>
                      <a:pt x="371" y="316"/>
                    </a:lnTo>
                    <a:lnTo>
                      <a:pt x="361" y="311"/>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sp>
            <p:nvSpPr>
              <p:cNvPr id="338" name="Google Shape;338;p8"/>
              <p:cNvSpPr/>
              <p:nvPr/>
            </p:nvSpPr>
            <p:spPr>
              <a:xfrm>
                <a:off x="5543550" y="2073275"/>
                <a:ext cx="130175" cy="128588"/>
              </a:xfrm>
              <a:custGeom>
                <a:rect b="b" l="l" r="r" t="t"/>
                <a:pathLst>
                  <a:path extrusionOk="0" h="409" w="409">
                    <a:moveTo>
                      <a:pt x="379" y="379"/>
                    </a:moveTo>
                    <a:lnTo>
                      <a:pt x="224" y="379"/>
                    </a:lnTo>
                    <a:lnTo>
                      <a:pt x="186" y="379"/>
                    </a:lnTo>
                    <a:lnTo>
                      <a:pt x="30" y="379"/>
                    </a:lnTo>
                    <a:lnTo>
                      <a:pt x="30" y="375"/>
                    </a:lnTo>
                    <a:lnTo>
                      <a:pt x="31" y="370"/>
                    </a:lnTo>
                    <a:lnTo>
                      <a:pt x="32" y="364"/>
                    </a:lnTo>
                    <a:lnTo>
                      <a:pt x="35" y="359"/>
                    </a:lnTo>
                    <a:lnTo>
                      <a:pt x="37" y="355"/>
                    </a:lnTo>
                    <a:lnTo>
                      <a:pt x="42" y="349"/>
                    </a:lnTo>
                    <a:lnTo>
                      <a:pt x="46" y="346"/>
                    </a:lnTo>
                    <a:lnTo>
                      <a:pt x="50" y="343"/>
                    </a:lnTo>
                    <a:lnTo>
                      <a:pt x="56" y="341"/>
                    </a:lnTo>
                    <a:lnTo>
                      <a:pt x="163" y="311"/>
                    </a:lnTo>
                    <a:lnTo>
                      <a:pt x="163" y="270"/>
                    </a:lnTo>
                    <a:lnTo>
                      <a:pt x="172" y="273"/>
                    </a:lnTo>
                    <a:lnTo>
                      <a:pt x="183" y="275"/>
                    </a:lnTo>
                    <a:lnTo>
                      <a:pt x="194" y="277"/>
                    </a:lnTo>
                    <a:lnTo>
                      <a:pt x="205" y="277"/>
                    </a:lnTo>
                    <a:lnTo>
                      <a:pt x="215" y="277"/>
                    </a:lnTo>
                    <a:lnTo>
                      <a:pt x="226" y="275"/>
                    </a:lnTo>
                    <a:lnTo>
                      <a:pt x="237" y="273"/>
                    </a:lnTo>
                    <a:lnTo>
                      <a:pt x="246" y="270"/>
                    </a:lnTo>
                    <a:lnTo>
                      <a:pt x="246" y="311"/>
                    </a:lnTo>
                    <a:lnTo>
                      <a:pt x="354" y="341"/>
                    </a:lnTo>
                    <a:lnTo>
                      <a:pt x="359" y="343"/>
                    </a:lnTo>
                    <a:lnTo>
                      <a:pt x="363" y="346"/>
                    </a:lnTo>
                    <a:lnTo>
                      <a:pt x="368" y="349"/>
                    </a:lnTo>
                    <a:lnTo>
                      <a:pt x="372" y="355"/>
                    </a:lnTo>
                    <a:lnTo>
                      <a:pt x="375" y="359"/>
                    </a:lnTo>
                    <a:lnTo>
                      <a:pt x="377" y="364"/>
                    </a:lnTo>
                    <a:lnTo>
                      <a:pt x="379" y="370"/>
                    </a:lnTo>
                    <a:lnTo>
                      <a:pt x="379" y="375"/>
                    </a:lnTo>
                    <a:lnTo>
                      <a:pt x="379" y="379"/>
                    </a:lnTo>
                    <a:close/>
                    <a:moveTo>
                      <a:pt x="106" y="139"/>
                    </a:moveTo>
                    <a:lnTo>
                      <a:pt x="106" y="137"/>
                    </a:lnTo>
                    <a:lnTo>
                      <a:pt x="106" y="136"/>
                    </a:lnTo>
                    <a:lnTo>
                      <a:pt x="120" y="140"/>
                    </a:lnTo>
                    <a:lnTo>
                      <a:pt x="134" y="142"/>
                    </a:lnTo>
                    <a:lnTo>
                      <a:pt x="148" y="142"/>
                    </a:lnTo>
                    <a:lnTo>
                      <a:pt x="163" y="141"/>
                    </a:lnTo>
                    <a:lnTo>
                      <a:pt x="179" y="139"/>
                    </a:lnTo>
                    <a:lnTo>
                      <a:pt x="193" y="134"/>
                    </a:lnTo>
                    <a:lnTo>
                      <a:pt x="208" y="127"/>
                    </a:lnTo>
                    <a:lnTo>
                      <a:pt x="221" y="119"/>
                    </a:lnTo>
                    <a:lnTo>
                      <a:pt x="226" y="123"/>
                    </a:lnTo>
                    <a:lnTo>
                      <a:pt x="230" y="127"/>
                    </a:lnTo>
                    <a:lnTo>
                      <a:pt x="236" y="132"/>
                    </a:lnTo>
                    <a:lnTo>
                      <a:pt x="242" y="135"/>
                    </a:lnTo>
                    <a:lnTo>
                      <a:pt x="247" y="137"/>
                    </a:lnTo>
                    <a:lnTo>
                      <a:pt x="254" y="139"/>
                    </a:lnTo>
                    <a:lnTo>
                      <a:pt x="260" y="141"/>
                    </a:lnTo>
                    <a:lnTo>
                      <a:pt x="268" y="142"/>
                    </a:lnTo>
                    <a:lnTo>
                      <a:pt x="273" y="143"/>
                    </a:lnTo>
                    <a:lnTo>
                      <a:pt x="280" y="143"/>
                    </a:lnTo>
                    <a:lnTo>
                      <a:pt x="293" y="142"/>
                    </a:lnTo>
                    <a:lnTo>
                      <a:pt x="303" y="140"/>
                    </a:lnTo>
                    <a:lnTo>
                      <a:pt x="303" y="151"/>
                    </a:lnTo>
                    <a:lnTo>
                      <a:pt x="301" y="162"/>
                    </a:lnTo>
                    <a:lnTo>
                      <a:pt x="299" y="172"/>
                    </a:lnTo>
                    <a:lnTo>
                      <a:pt x="296" y="182"/>
                    </a:lnTo>
                    <a:lnTo>
                      <a:pt x="291" y="192"/>
                    </a:lnTo>
                    <a:lnTo>
                      <a:pt x="286" y="200"/>
                    </a:lnTo>
                    <a:lnTo>
                      <a:pt x="281" y="209"/>
                    </a:lnTo>
                    <a:lnTo>
                      <a:pt x="274" y="216"/>
                    </a:lnTo>
                    <a:lnTo>
                      <a:pt x="267" y="223"/>
                    </a:lnTo>
                    <a:lnTo>
                      <a:pt x="259" y="229"/>
                    </a:lnTo>
                    <a:lnTo>
                      <a:pt x="252" y="234"/>
                    </a:lnTo>
                    <a:lnTo>
                      <a:pt x="243" y="239"/>
                    </a:lnTo>
                    <a:lnTo>
                      <a:pt x="234" y="243"/>
                    </a:lnTo>
                    <a:lnTo>
                      <a:pt x="225" y="245"/>
                    </a:lnTo>
                    <a:lnTo>
                      <a:pt x="215" y="247"/>
                    </a:lnTo>
                    <a:lnTo>
                      <a:pt x="205" y="247"/>
                    </a:lnTo>
                    <a:lnTo>
                      <a:pt x="195" y="247"/>
                    </a:lnTo>
                    <a:lnTo>
                      <a:pt x="185" y="245"/>
                    </a:lnTo>
                    <a:lnTo>
                      <a:pt x="176" y="243"/>
                    </a:lnTo>
                    <a:lnTo>
                      <a:pt x="166" y="239"/>
                    </a:lnTo>
                    <a:lnTo>
                      <a:pt x="157" y="234"/>
                    </a:lnTo>
                    <a:lnTo>
                      <a:pt x="150" y="229"/>
                    </a:lnTo>
                    <a:lnTo>
                      <a:pt x="142" y="223"/>
                    </a:lnTo>
                    <a:lnTo>
                      <a:pt x="135" y="216"/>
                    </a:lnTo>
                    <a:lnTo>
                      <a:pt x="128" y="208"/>
                    </a:lnTo>
                    <a:lnTo>
                      <a:pt x="123" y="199"/>
                    </a:lnTo>
                    <a:lnTo>
                      <a:pt x="118" y="191"/>
                    </a:lnTo>
                    <a:lnTo>
                      <a:pt x="113" y="181"/>
                    </a:lnTo>
                    <a:lnTo>
                      <a:pt x="110" y="171"/>
                    </a:lnTo>
                    <a:lnTo>
                      <a:pt x="108" y="160"/>
                    </a:lnTo>
                    <a:lnTo>
                      <a:pt x="107" y="150"/>
                    </a:lnTo>
                    <a:lnTo>
                      <a:pt x="106" y="139"/>
                    </a:lnTo>
                    <a:close/>
                    <a:moveTo>
                      <a:pt x="205" y="30"/>
                    </a:moveTo>
                    <a:lnTo>
                      <a:pt x="213" y="30"/>
                    </a:lnTo>
                    <a:lnTo>
                      <a:pt x="222" y="31"/>
                    </a:lnTo>
                    <a:lnTo>
                      <a:pt x="229" y="33"/>
                    </a:lnTo>
                    <a:lnTo>
                      <a:pt x="237" y="36"/>
                    </a:lnTo>
                    <a:lnTo>
                      <a:pt x="244" y="39"/>
                    </a:lnTo>
                    <a:lnTo>
                      <a:pt x="252" y="43"/>
                    </a:lnTo>
                    <a:lnTo>
                      <a:pt x="258" y="47"/>
                    </a:lnTo>
                    <a:lnTo>
                      <a:pt x="265" y="52"/>
                    </a:lnTo>
                    <a:lnTo>
                      <a:pt x="271" y="58"/>
                    </a:lnTo>
                    <a:lnTo>
                      <a:pt x="276" y="64"/>
                    </a:lnTo>
                    <a:lnTo>
                      <a:pt x="282" y="70"/>
                    </a:lnTo>
                    <a:lnTo>
                      <a:pt x="286" y="78"/>
                    </a:lnTo>
                    <a:lnTo>
                      <a:pt x="290" y="85"/>
                    </a:lnTo>
                    <a:lnTo>
                      <a:pt x="295" y="93"/>
                    </a:lnTo>
                    <a:lnTo>
                      <a:pt x="297" y="100"/>
                    </a:lnTo>
                    <a:lnTo>
                      <a:pt x="300" y="109"/>
                    </a:lnTo>
                    <a:lnTo>
                      <a:pt x="294" y="111"/>
                    </a:lnTo>
                    <a:lnTo>
                      <a:pt x="287" y="113"/>
                    </a:lnTo>
                    <a:lnTo>
                      <a:pt x="280" y="113"/>
                    </a:lnTo>
                    <a:lnTo>
                      <a:pt x="272" y="112"/>
                    </a:lnTo>
                    <a:lnTo>
                      <a:pt x="264" y="111"/>
                    </a:lnTo>
                    <a:lnTo>
                      <a:pt x="254" y="107"/>
                    </a:lnTo>
                    <a:lnTo>
                      <a:pt x="250" y="104"/>
                    </a:lnTo>
                    <a:lnTo>
                      <a:pt x="245" y="100"/>
                    </a:lnTo>
                    <a:lnTo>
                      <a:pt x="241" y="95"/>
                    </a:lnTo>
                    <a:lnTo>
                      <a:pt x="237" y="90"/>
                    </a:lnTo>
                    <a:lnTo>
                      <a:pt x="235" y="87"/>
                    </a:lnTo>
                    <a:lnTo>
                      <a:pt x="232" y="84"/>
                    </a:lnTo>
                    <a:lnTo>
                      <a:pt x="229" y="83"/>
                    </a:lnTo>
                    <a:lnTo>
                      <a:pt x="226" y="82"/>
                    </a:lnTo>
                    <a:lnTo>
                      <a:pt x="223" y="82"/>
                    </a:lnTo>
                    <a:lnTo>
                      <a:pt x="219" y="82"/>
                    </a:lnTo>
                    <a:lnTo>
                      <a:pt x="216" y="84"/>
                    </a:lnTo>
                    <a:lnTo>
                      <a:pt x="213" y="87"/>
                    </a:lnTo>
                    <a:lnTo>
                      <a:pt x="207" y="92"/>
                    </a:lnTo>
                    <a:lnTo>
                      <a:pt x="201" y="96"/>
                    </a:lnTo>
                    <a:lnTo>
                      <a:pt x="195" y="100"/>
                    </a:lnTo>
                    <a:lnTo>
                      <a:pt x="189" y="104"/>
                    </a:lnTo>
                    <a:lnTo>
                      <a:pt x="181" y="107"/>
                    </a:lnTo>
                    <a:lnTo>
                      <a:pt x="175" y="109"/>
                    </a:lnTo>
                    <a:lnTo>
                      <a:pt x="167" y="110"/>
                    </a:lnTo>
                    <a:lnTo>
                      <a:pt x="161" y="112"/>
                    </a:lnTo>
                    <a:lnTo>
                      <a:pt x="147" y="112"/>
                    </a:lnTo>
                    <a:lnTo>
                      <a:pt x="134" y="112"/>
                    </a:lnTo>
                    <a:lnTo>
                      <a:pt x="121" y="109"/>
                    </a:lnTo>
                    <a:lnTo>
                      <a:pt x="111" y="106"/>
                    </a:lnTo>
                    <a:lnTo>
                      <a:pt x="113" y="97"/>
                    </a:lnTo>
                    <a:lnTo>
                      <a:pt x="117" y="90"/>
                    </a:lnTo>
                    <a:lnTo>
                      <a:pt x="120" y="82"/>
                    </a:lnTo>
                    <a:lnTo>
                      <a:pt x="124" y="75"/>
                    </a:lnTo>
                    <a:lnTo>
                      <a:pt x="130" y="68"/>
                    </a:lnTo>
                    <a:lnTo>
                      <a:pt x="135" y="62"/>
                    </a:lnTo>
                    <a:lnTo>
                      <a:pt x="140" y="56"/>
                    </a:lnTo>
                    <a:lnTo>
                      <a:pt x="146" y="51"/>
                    </a:lnTo>
                    <a:lnTo>
                      <a:pt x="152" y="47"/>
                    </a:lnTo>
                    <a:lnTo>
                      <a:pt x="159" y="43"/>
                    </a:lnTo>
                    <a:lnTo>
                      <a:pt x="166" y="38"/>
                    </a:lnTo>
                    <a:lnTo>
                      <a:pt x="174" y="35"/>
                    </a:lnTo>
                    <a:lnTo>
                      <a:pt x="181" y="33"/>
                    </a:lnTo>
                    <a:lnTo>
                      <a:pt x="189" y="31"/>
                    </a:lnTo>
                    <a:lnTo>
                      <a:pt x="197" y="30"/>
                    </a:lnTo>
                    <a:lnTo>
                      <a:pt x="205" y="30"/>
                    </a:lnTo>
                    <a:close/>
                    <a:moveTo>
                      <a:pt x="362" y="312"/>
                    </a:moveTo>
                    <a:lnTo>
                      <a:pt x="276" y="288"/>
                    </a:lnTo>
                    <a:lnTo>
                      <a:pt x="276" y="254"/>
                    </a:lnTo>
                    <a:lnTo>
                      <a:pt x="289" y="244"/>
                    </a:lnTo>
                    <a:lnTo>
                      <a:pt x="300" y="232"/>
                    </a:lnTo>
                    <a:lnTo>
                      <a:pt x="310" y="219"/>
                    </a:lnTo>
                    <a:lnTo>
                      <a:pt x="318" y="204"/>
                    </a:lnTo>
                    <a:lnTo>
                      <a:pt x="325" y="189"/>
                    </a:lnTo>
                    <a:lnTo>
                      <a:pt x="329" y="173"/>
                    </a:lnTo>
                    <a:lnTo>
                      <a:pt x="332" y="156"/>
                    </a:lnTo>
                    <a:lnTo>
                      <a:pt x="333" y="139"/>
                    </a:lnTo>
                    <a:lnTo>
                      <a:pt x="333" y="124"/>
                    </a:lnTo>
                    <a:lnTo>
                      <a:pt x="331" y="111"/>
                    </a:lnTo>
                    <a:lnTo>
                      <a:pt x="328" y="97"/>
                    </a:lnTo>
                    <a:lnTo>
                      <a:pt x="324" y="84"/>
                    </a:lnTo>
                    <a:lnTo>
                      <a:pt x="318" y="73"/>
                    </a:lnTo>
                    <a:lnTo>
                      <a:pt x="312" y="61"/>
                    </a:lnTo>
                    <a:lnTo>
                      <a:pt x="304" y="50"/>
                    </a:lnTo>
                    <a:lnTo>
                      <a:pt x="296" y="40"/>
                    </a:lnTo>
                    <a:lnTo>
                      <a:pt x="287" y="32"/>
                    </a:lnTo>
                    <a:lnTo>
                      <a:pt x="276" y="23"/>
                    </a:lnTo>
                    <a:lnTo>
                      <a:pt x="266" y="17"/>
                    </a:lnTo>
                    <a:lnTo>
                      <a:pt x="255" y="10"/>
                    </a:lnTo>
                    <a:lnTo>
                      <a:pt x="243" y="6"/>
                    </a:lnTo>
                    <a:lnTo>
                      <a:pt x="230" y="3"/>
                    </a:lnTo>
                    <a:lnTo>
                      <a:pt x="217" y="1"/>
                    </a:lnTo>
                    <a:lnTo>
                      <a:pt x="205" y="0"/>
                    </a:lnTo>
                    <a:lnTo>
                      <a:pt x="192" y="1"/>
                    </a:lnTo>
                    <a:lnTo>
                      <a:pt x="179" y="3"/>
                    </a:lnTo>
                    <a:lnTo>
                      <a:pt x="167" y="6"/>
                    </a:lnTo>
                    <a:lnTo>
                      <a:pt x="154" y="10"/>
                    </a:lnTo>
                    <a:lnTo>
                      <a:pt x="143" y="17"/>
                    </a:lnTo>
                    <a:lnTo>
                      <a:pt x="133" y="23"/>
                    </a:lnTo>
                    <a:lnTo>
                      <a:pt x="123" y="32"/>
                    </a:lnTo>
                    <a:lnTo>
                      <a:pt x="113" y="40"/>
                    </a:lnTo>
                    <a:lnTo>
                      <a:pt x="105" y="50"/>
                    </a:lnTo>
                    <a:lnTo>
                      <a:pt x="98" y="61"/>
                    </a:lnTo>
                    <a:lnTo>
                      <a:pt x="92" y="73"/>
                    </a:lnTo>
                    <a:lnTo>
                      <a:pt x="86" y="84"/>
                    </a:lnTo>
                    <a:lnTo>
                      <a:pt x="81" y="97"/>
                    </a:lnTo>
                    <a:lnTo>
                      <a:pt x="78" y="111"/>
                    </a:lnTo>
                    <a:lnTo>
                      <a:pt x="77" y="124"/>
                    </a:lnTo>
                    <a:lnTo>
                      <a:pt x="76" y="139"/>
                    </a:lnTo>
                    <a:lnTo>
                      <a:pt x="77" y="156"/>
                    </a:lnTo>
                    <a:lnTo>
                      <a:pt x="80" y="173"/>
                    </a:lnTo>
                    <a:lnTo>
                      <a:pt x="85" y="189"/>
                    </a:lnTo>
                    <a:lnTo>
                      <a:pt x="92" y="204"/>
                    </a:lnTo>
                    <a:lnTo>
                      <a:pt x="100" y="219"/>
                    </a:lnTo>
                    <a:lnTo>
                      <a:pt x="109" y="232"/>
                    </a:lnTo>
                    <a:lnTo>
                      <a:pt x="121" y="244"/>
                    </a:lnTo>
                    <a:lnTo>
                      <a:pt x="133" y="254"/>
                    </a:lnTo>
                    <a:lnTo>
                      <a:pt x="133" y="288"/>
                    </a:lnTo>
                    <a:lnTo>
                      <a:pt x="47" y="312"/>
                    </a:lnTo>
                    <a:lnTo>
                      <a:pt x="37" y="316"/>
                    </a:lnTo>
                    <a:lnTo>
                      <a:pt x="29" y="321"/>
                    </a:lnTo>
                    <a:lnTo>
                      <a:pt x="21" y="328"/>
                    </a:lnTo>
                    <a:lnTo>
                      <a:pt x="14" y="336"/>
                    </a:lnTo>
                    <a:lnTo>
                      <a:pt x="8" y="345"/>
                    </a:lnTo>
                    <a:lnTo>
                      <a:pt x="4" y="355"/>
                    </a:lnTo>
                    <a:lnTo>
                      <a:pt x="1" y="364"/>
                    </a:lnTo>
                    <a:lnTo>
                      <a:pt x="0" y="375"/>
                    </a:lnTo>
                    <a:lnTo>
                      <a:pt x="0" y="409"/>
                    </a:lnTo>
                    <a:lnTo>
                      <a:pt x="186" y="409"/>
                    </a:lnTo>
                    <a:lnTo>
                      <a:pt x="224" y="409"/>
                    </a:lnTo>
                    <a:lnTo>
                      <a:pt x="409" y="409"/>
                    </a:lnTo>
                    <a:lnTo>
                      <a:pt x="409" y="375"/>
                    </a:lnTo>
                    <a:lnTo>
                      <a:pt x="408" y="364"/>
                    </a:lnTo>
                    <a:lnTo>
                      <a:pt x="406" y="355"/>
                    </a:lnTo>
                    <a:lnTo>
                      <a:pt x="402" y="345"/>
                    </a:lnTo>
                    <a:lnTo>
                      <a:pt x="395" y="336"/>
                    </a:lnTo>
                    <a:lnTo>
                      <a:pt x="389" y="328"/>
                    </a:lnTo>
                    <a:lnTo>
                      <a:pt x="380" y="321"/>
                    </a:lnTo>
                    <a:lnTo>
                      <a:pt x="372" y="316"/>
                    </a:lnTo>
                    <a:lnTo>
                      <a:pt x="362" y="3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sp>
            <p:nvSpPr>
              <p:cNvPr id="339" name="Google Shape;339;p8"/>
              <p:cNvSpPr/>
              <p:nvPr/>
            </p:nvSpPr>
            <p:spPr>
              <a:xfrm>
                <a:off x="5507038" y="2060575"/>
                <a:ext cx="39688" cy="39688"/>
              </a:xfrm>
              <a:custGeom>
                <a:rect b="b" l="l" r="r" t="t"/>
                <a:pathLst>
                  <a:path extrusionOk="0" h="125" w="126">
                    <a:moveTo>
                      <a:pt x="121" y="99"/>
                    </a:moveTo>
                    <a:lnTo>
                      <a:pt x="26" y="4"/>
                    </a:lnTo>
                    <a:lnTo>
                      <a:pt x="24" y="2"/>
                    </a:lnTo>
                    <a:lnTo>
                      <a:pt x="21" y="1"/>
                    </a:lnTo>
                    <a:lnTo>
                      <a:pt x="18" y="0"/>
                    </a:lnTo>
                    <a:lnTo>
                      <a:pt x="15" y="0"/>
                    </a:lnTo>
                    <a:lnTo>
                      <a:pt x="13" y="0"/>
                    </a:lnTo>
                    <a:lnTo>
                      <a:pt x="10" y="1"/>
                    </a:lnTo>
                    <a:lnTo>
                      <a:pt x="7" y="2"/>
                    </a:lnTo>
                    <a:lnTo>
                      <a:pt x="4" y="4"/>
                    </a:lnTo>
                    <a:lnTo>
                      <a:pt x="2" y="7"/>
                    </a:lnTo>
                    <a:lnTo>
                      <a:pt x="1" y="9"/>
                    </a:lnTo>
                    <a:lnTo>
                      <a:pt x="0" y="12"/>
                    </a:lnTo>
                    <a:lnTo>
                      <a:pt x="0" y="15"/>
                    </a:lnTo>
                    <a:lnTo>
                      <a:pt x="0" y="17"/>
                    </a:lnTo>
                    <a:lnTo>
                      <a:pt x="1" y="21"/>
                    </a:lnTo>
                    <a:lnTo>
                      <a:pt x="2" y="23"/>
                    </a:lnTo>
                    <a:lnTo>
                      <a:pt x="4" y="26"/>
                    </a:lnTo>
                    <a:lnTo>
                      <a:pt x="100" y="120"/>
                    </a:lnTo>
                    <a:lnTo>
                      <a:pt x="102" y="122"/>
                    </a:lnTo>
                    <a:lnTo>
                      <a:pt x="104" y="123"/>
                    </a:lnTo>
                    <a:lnTo>
                      <a:pt x="107" y="125"/>
                    </a:lnTo>
                    <a:lnTo>
                      <a:pt x="111" y="125"/>
                    </a:lnTo>
                    <a:lnTo>
                      <a:pt x="113" y="125"/>
                    </a:lnTo>
                    <a:lnTo>
                      <a:pt x="116" y="123"/>
                    </a:lnTo>
                    <a:lnTo>
                      <a:pt x="118" y="122"/>
                    </a:lnTo>
                    <a:lnTo>
                      <a:pt x="121" y="120"/>
                    </a:lnTo>
                    <a:lnTo>
                      <a:pt x="122" y="118"/>
                    </a:lnTo>
                    <a:lnTo>
                      <a:pt x="125" y="115"/>
                    </a:lnTo>
                    <a:lnTo>
                      <a:pt x="125" y="113"/>
                    </a:lnTo>
                    <a:lnTo>
                      <a:pt x="126" y="110"/>
                    </a:lnTo>
                    <a:lnTo>
                      <a:pt x="125" y="106"/>
                    </a:lnTo>
                    <a:lnTo>
                      <a:pt x="125" y="104"/>
                    </a:lnTo>
                    <a:lnTo>
                      <a:pt x="122" y="101"/>
                    </a:lnTo>
                    <a:lnTo>
                      <a:pt x="121" y="9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sp>
            <p:nvSpPr>
              <p:cNvPr id="340" name="Google Shape;340;p8"/>
              <p:cNvSpPr/>
              <p:nvPr/>
            </p:nvSpPr>
            <p:spPr>
              <a:xfrm>
                <a:off x="5670550" y="2060575"/>
                <a:ext cx="38100" cy="39688"/>
              </a:xfrm>
              <a:custGeom>
                <a:rect b="b" l="l" r="r" t="t"/>
                <a:pathLst>
                  <a:path extrusionOk="0" h="125" w="124">
                    <a:moveTo>
                      <a:pt x="98" y="4"/>
                    </a:moveTo>
                    <a:lnTo>
                      <a:pt x="4" y="99"/>
                    </a:lnTo>
                    <a:lnTo>
                      <a:pt x="2" y="101"/>
                    </a:lnTo>
                    <a:lnTo>
                      <a:pt x="1" y="104"/>
                    </a:lnTo>
                    <a:lnTo>
                      <a:pt x="0" y="106"/>
                    </a:lnTo>
                    <a:lnTo>
                      <a:pt x="0" y="110"/>
                    </a:lnTo>
                    <a:lnTo>
                      <a:pt x="0" y="113"/>
                    </a:lnTo>
                    <a:lnTo>
                      <a:pt x="1" y="115"/>
                    </a:lnTo>
                    <a:lnTo>
                      <a:pt x="2" y="118"/>
                    </a:lnTo>
                    <a:lnTo>
                      <a:pt x="4" y="120"/>
                    </a:lnTo>
                    <a:lnTo>
                      <a:pt x="6" y="122"/>
                    </a:lnTo>
                    <a:lnTo>
                      <a:pt x="8" y="123"/>
                    </a:lnTo>
                    <a:lnTo>
                      <a:pt x="11" y="125"/>
                    </a:lnTo>
                    <a:lnTo>
                      <a:pt x="15" y="125"/>
                    </a:lnTo>
                    <a:lnTo>
                      <a:pt x="17" y="125"/>
                    </a:lnTo>
                    <a:lnTo>
                      <a:pt x="20" y="123"/>
                    </a:lnTo>
                    <a:lnTo>
                      <a:pt x="22" y="122"/>
                    </a:lnTo>
                    <a:lnTo>
                      <a:pt x="25" y="120"/>
                    </a:lnTo>
                    <a:lnTo>
                      <a:pt x="120" y="25"/>
                    </a:lnTo>
                    <a:lnTo>
                      <a:pt x="122" y="23"/>
                    </a:lnTo>
                    <a:lnTo>
                      <a:pt x="123" y="21"/>
                    </a:lnTo>
                    <a:lnTo>
                      <a:pt x="124" y="17"/>
                    </a:lnTo>
                    <a:lnTo>
                      <a:pt x="124" y="15"/>
                    </a:lnTo>
                    <a:lnTo>
                      <a:pt x="124" y="12"/>
                    </a:lnTo>
                    <a:lnTo>
                      <a:pt x="123" y="9"/>
                    </a:lnTo>
                    <a:lnTo>
                      <a:pt x="122" y="7"/>
                    </a:lnTo>
                    <a:lnTo>
                      <a:pt x="120" y="4"/>
                    </a:lnTo>
                    <a:lnTo>
                      <a:pt x="118" y="2"/>
                    </a:lnTo>
                    <a:lnTo>
                      <a:pt x="114" y="1"/>
                    </a:lnTo>
                    <a:lnTo>
                      <a:pt x="112" y="0"/>
                    </a:lnTo>
                    <a:lnTo>
                      <a:pt x="109" y="0"/>
                    </a:lnTo>
                    <a:lnTo>
                      <a:pt x="107" y="0"/>
                    </a:lnTo>
                    <a:lnTo>
                      <a:pt x="104" y="1"/>
                    </a:lnTo>
                    <a:lnTo>
                      <a:pt x="100" y="2"/>
                    </a:lnTo>
                    <a:lnTo>
                      <a:pt x="98" y="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grpSp>
      </p:grpSp>
      <p:graphicFrame>
        <p:nvGraphicFramePr>
          <p:cNvPr id="341" name="Google Shape;341;p8"/>
          <p:cNvGraphicFramePr/>
          <p:nvPr/>
        </p:nvGraphicFramePr>
        <p:xfrm>
          <a:off x="8013187" y="973115"/>
          <a:ext cx="3735901" cy="3652614"/>
        </p:xfrm>
        <a:graphic>
          <a:graphicData uri="http://schemas.openxmlformats.org/drawingml/2006/chart">
            <c:chart r:id="rId3"/>
          </a:graphicData>
        </a:graphic>
      </p:graphicFrame>
      <p:sp>
        <p:nvSpPr>
          <p:cNvPr id="342" name="Google Shape;342;p8"/>
          <p:cNvSpPr/>
          <p:nvPr/>
        </p:nvSpPr>
        <p:spPr>
          <a:xfrm>
            <a:off x="9542354" y="2234124"/>
            <a:ext cx="851739" cy="868664"/>
          </a:xfrm>
          <a:custGeom>
            <a:rect b="b" l="l" r="r" t="t"/>
            <a:pathLst>
              <a:path extrusionOk="0" h="903" w="903">
                <a:moveTo>
                  <a:pt x="714" y="297"/>
                </a:moveTo>
                <a:lnTo>
                  <a:pt x="707" y="296"/>
                </a:lnTo>
                <a:lnTo>
                  <a:pt x="700" y="295"/>
                </a:lnTo>
                <a:lnTo>
                  <a:pt x="692" y="293"/>
                </a:lnTo>
                <a:lnTo>
                  <a:pt x="685" y="290"/>
                </a:lnTo>
                <a:lnTo>
                  <a:pt x="676" y="287"/>
                </a:lnTo>
                <a:lnTo>
                  <a:pt x="669" y="282"/>
                </a:lnTo>
                <a:lnTo>
                  <a:pt x="661" y="277"/>
                </a:lnTo>
                <a:lnTo>
                  <a:pt x="654" y="270"/>
                </a:lnTo>
                <a:lnTo>
                  <a:pt x="718" y="206"/>
                </a:lnTo>
                <a:lnTo>
                  <a:pt x="718" y="206"/>
                </a:lnTo>
                <a:lnTo>
                  <a:pt x="718" y="206"/>
                </a:lnTo>
                <a:lnTo>
                  <a:pt x="804" y="120"/>
                </a:lnTo>
                <a:lnTo>
                  <a:pt x="866" y="120"/>
                </a:lnTo>
                <a:lnTo>
                  <a:pt x="855" y="146"/>
                </a:lnTo>
                <a:lnTo>
                  <a:pt x="843" y="174"/>
                </a:lnTo>
                <a:lnTo>
                  <a:pt x="835" y="189"/>
                </a:lnTo>
                <a:lnTo>
                  <a:pt x="827" y="204"/>
                </a:lnTo>
                <a:lnTo>
                  <a:pt x="817" y="218"/>
                </a:lnTo>
                <a:lnTo>
                  <a:pt x="807" y="232"/>
                </a:lnTo>
                <a:lnTo>
                  <a:pt x="798" y="246"/>
                </a:lnTo>
                <a:lnTo>
                  <a:pt x="787" y="258"/>
                </a:lnTo>
                <a:lnTo>
                  <a:pt x="776" y="268"/>
                </a:lnTo>
                <a:lnTo>
                  <a:pt x="764" y="278"/>
                </a:lnTo>
                <a:lnTo>
                  <a:pt x="753" y="285"/>
                </a:lnTo>
                <a:lnTo>
                  <a:pt x="740" y="292"/>
                </a:lnTo>
                <a:lnTo>
                  <a:pt x="733" y="294"/>
                </a:lnTo>
                <a:lnTo>
                  <a:pt x="727" y="295"/>
                </a:lnTo>
                <a:lnTo>
                  <a:pt x="720" y="296"/>
                </a:lnTo>
                <a:lnTo>
                  <a:pt x="714" y="297"/>
                </a:lnTo>
                <a:close/>
                <a:moveTo>
                  <a:pt x="409" y="472"/>
                </a:moveTo>
                <a:lnTo>
                  <a:pt x="402" y="468"/>
                </a:lnTo>
                <a:lnTo>
                  <a:pt x="395" y="464"/>
                </a:lnTo>
                <a:lnTo>
                  <a:pt x="388" y="460"/>
                </a:lnTo>
                <a:lnTo>
                  <a:pt x="380" y="457"/>
                </a:lnTo>
                <a:lnTo>
                  <a:pt x="372" y="455"/>
                </a:lnTo>
                <a:lnTo>
                  <a:pt x="363" y="453"/>
                </a:lnTo>
                <a:lnTo>
                  <a:pt x="355" y="452"/>
                </a:lnTo>
                <a:lnTo>
                  <a:pt x="346" y="452"/>
                </a:lnTo>
                <a:lnTo>
                  <a:pt x="335" y="452"/>
                </a:lnTo>
                <a:lnTo>
                  <a:pt x="325" y="454"/>
                </a:lnTo>
                <a:lnTo>
                  <a:pt x="315" y="456"/>
                </a:lnTo>
                <a:lnTo>
                  <a:pt x="305" y="459"/>
                </a:lnTo>
                <a:lnTo>
                  <a:pt x="296" y="465"/>
                </a:lnTo>
                <a:lnTo>
                  <a:pt x="287" y="470"/>
                </a:lnTo>
                <a:lnTo>
                  <a:pt x="280" y="475"/>
                </a:lnTo>
                <a:lnTo>
                  <a:pt x="272" y="483"/>
                </a:lnTo>
                <a:lnTo>
                  <a:pt x="265" y="490"/>
                </a:lnTo>
                <a:lnTo>
                  <a:pt x="259" y="498"/>
                </a:lnTo>
                <a:lnTo>
                  <a:pt x="254" y="506"/>
                </a:lnTo>
                <a:lnTo>
                  <a:pt x="250" y="516"/>
                </a:lnTo>
                <a:lnTo>
                  <a:pt x="245" y="526"/>
                </a:lnTo>
                <a:lnTo>
                  <a:pt x="243" y="535"/>
                </a:lnTo>
                <a:lnTo>
                  <a:pt x="241" y="546"/>
                </a:lnTo>
                <a:lnTo>
                  <a:pt x="241" y="557"/>
                </a:lnTo>
                <a:lnTo>
                  <a:pt x="241" y="568"/>
                </a:lnTo>
                <a:lnTo>
                  <a:pt x="243" y="578"/>
                </a:lnTo>
                <a:lnTo>
                  <a:pt x="245" y="588"/>
                </a:lnTo>
                <a:lnTo>
                  <a:pt x="250" y="598"/>
                </a:lnTo>
                <a:lnTo>
                  <a:pt x="254" y="607"/>
                </a:lnTo>
                <a:lnTo>
                  <a:pt x="259" y="616"/>
                </a:lnTo>
                <a:lnTo>
                  <a:pt x="265" y="623"/>
                </a:lnTo>
                <a:lnTo>
                  <a:pt x="272" y="631"/>
                </a:lnTo>
                <a:lnTo>
                  <a:pt x="280" y="638"/>
                </a:lnTo>
                <a:lnTo>
                  <a:pt x="287" y="644"/>
                </a:lnTo>
                <a:lnTo>
                  <a:pt x="296" y="649"/>
                </a:lnTo>
                <a:lnTo>
                  <a:pt x="305" y="654"/>
                </a:lnTo>
                <a:lnTo>
                  <a:pt x="315" y="658"/>
                </a:lnTo>
                <a:lnTo>
                  <a:pt x="325" y="660"/>
                </a:lnTo>
                <a:lnTo>
                  <a:pt x="335" y="662"/>
                </a:lnTo>
                <a:lnTo>
                  <a:pt x="346" y="662"/>
                </a:lnTo>
                <a:lnTo>
                  <a:pt x="357" y="662"/>
                </a:lnTo>
                <a:lnTo>
                  <a:pt x="367" y="660"/>
                </a:lnTo>
                <a:lnTo>
                  <a:pt x="377" y="658"/>
                </a:lnTo>
                <a:lnTo>
                  <a:pt x="387" y="653"/>
                </a:lnTo>
                <a:lnTo>
                  <a:pt x="396" y="649"/>
                </a:lnTo>
                <a:lnTo>
                  <a:pt x="405" y="644"/>
                </a:lnTo>
                <a:lnTo>
                  <a:pt x="414" y="638"/>
                </a:lnTo>
                <a:lnTo>
                  <a:pt x="421" y="631"/>
                </a:lnTo>
                <a:lnTo>
                  <a:pt x="428" y="623"/>
                </a:lnTo>
                <a:lnTo>
                  <a:pt x="434" y="616"/>
                </a:lnTo>
                <a:lnTo>
                  <a:pt x="438" y="607"/>
                </a:lnTo>
                <a:lnTo>
                  <a:pt x="444" y="598"/>
                </a:lnTo>
                <a:lnTo>
                  <a:pt x="447" y="588"/>
                </a:lnTo>
                <a:lnTo>
                  <a:pt x="449" y="578"/>
                </a:lnTo>
                <a:lnTo>
                  <a:pt x="451" y="568"/>
                </a:lnTo>
                <a:lnTo>
                  <a:pt x="451" y="557"/>
                </a:lnTo>
                <a:lnTo>
                  <a:pt x="451" y="548"/>
                </a:lnTo>
                <a:lnTo>
                  <a:pt x="450" y="540"/>
                </a:lnTo>
                <a:lnTo>
                  <a:pt x="448" y="531"/>
                </a:lnTo>
                <a:lnTo>
                  <a:pt x="446" y="522"/>
                </a:lnTo>
                <a:lnTo>
                  <a:pt x="443" y="515"/>
                </a:lnTo>
                <a:lnTo>
                  <a:pt x="439" y="507"/>
                </a:lnTo>
                <a:lnTo>
                  <a:pt x="435" y="501"/>
                </a:lnTo>
                <a:lnTo>
                  <a:pt x="431" y="494"/>
                </a:lnTo>
                <a:lnTo>
                  <a:pt x="494" y="429"/>
                </a:lnTo>
                <a:lnTo>
                  <a:pt x="505" y="443"/>
                </a:lnTo>
                <a:lnTo>
                  <a:pt x="514" y="457"/>
                </a:lnTo>
                <a:lnTo>
                  <a:pt x="522" y="472"/>
                </a:lnTo>
                <a:lnTo>
                  <a:pt x="529" y="488"/>
                </a:lnTo>
                <a:lnTo>
                  <a:pt x="535" y="504"/>
                </a:lnTo>
                <a:lnTo>
                  <a:pt x="538" y="521"/>
                </a:lnTo>
                <a:lnTo>
                  <a:pt x="541" y="539"/>
                </a:lnTo>
                <a:lnTo>
                  <a:pt x="542" y="557"/>
                </a:lnTo>
                <a:lnTo>
                  <a:pt x="541" y="577"/>
                </a:lnTo>
                <a:lnTo>
                  <a:pt x="538" y="596"/>
                </a:lnTo>
                <a:lnTo>
                  <a:pt x="533" y="615"/>
                </a:lnTo>
                <a:lnTo>
                  <a:pt x="526" y="633"/>
                </a:lnTo>
                <a:lnTo>
                  <a:pt x="518" y="650"/>
                </a:lnTo>
                <a:lnTo>
                  <a:pt x="508" y="666"/>
                </a:lnTo>
                <a:lnTo>
                  <a:pt x="497" y="681"/>
                </a:lnTo>
                <a:lnTo>
                  <a:pt x="484" y="695"/>
                </a:lnTo>
                <a:lnTo>
                  <a:pt x="470" y="708"/>
                </a:lnTo>
                <a:lnTo>
                  <a:pt x="455" y="719"/>
                </a:lnTo>
                <a:lnTo>
                  <a:pt x="439" y="728"/>
                </a:lnTo>
                <a:lnTo>
                  <a:pt x="422" y="737"/>
                </a:lnTo>
                <a:lnTo>
                  <a:pt x="404" y="743"/>
                </a:lnTo>
                <a:lnTo>
                  <a:pt x="386" y="749"/>
                </a:lnTo>
                <a:lnTo>
                  <a:pt x="366" y="752"/>
                </a:lnTo>
                <a:lnTo>
                  <a:pt x="346" y="752"/>
                </a:lnTo>
                <a:lnTo>
                  <a:pt x="326" y="751"/>
                </a:lnTo>
                <a:lnTo>
                  <a:pt x="306" y="749"/>
                </a:lnTo>
                <a:lnTo>
                  <a:pt x="288" y="743"/>
                </a:lnTo>
                <a:lnTo>
                  <a:pt x="270" y="737"/>
                </a:lnTo>
                <a:lnTo>
                  <a:pt x="253" y="728"/>
                </a:lnTo>
                <a:lnTo>
                  <a:pt x="237" y="719"/>
                </a:lnTo>
                <a:lnTo>
                  <a:pt x="222" y="708"/>
                </a:lnTo>
                <a:lnTo>
                  <a:pt x="208" y="695"/>
                </a:lnTo>
                <a:lnTo>
                  <a:pt x="195" y="681"/>
                </a:lnTo>
                <a:lnTo>
                  <a:pt x="184" y="666"/>
                </a:lnTo>
                <a:lnTo>
                  <a:pt x="174" y="650"/>
                </a:lnTo>
                <a:lnTo>
                  <a:pt x="166" y="633"/>
                </a:lnTo>
                <a:lnTo>
                  <a:pt x="159" y="615"/>
                </a:lnTo>
                <a:lnTo>
                  <a:pt x="154" y="596"/>
                </a:lnTo>
                <a:lnTo>
                  <a:pt x="152" y="577"/>
                </a:lnTo>
                <a:lnTo>
                  <a:pt x="151" y="557"/>
                </a:lnTo>
                <a:lnTo>
                  <a:pt x="152" y="536"/>
                </a:lnTo>
                <a:lnTo>
                  <a:pt x="154" y="517"/>
                </a:lnTo>
                <a:lnTo>
                  <a:pt x="159" y="499"/>
                </a:lnTo>
                <a:lnTo>
                  <a:pt x="166" y="481"/>
                </a:lnTo>
                <a:lnTo>
                  <a:pt x="174" y="464"/>
                </a:lnTo>
                <a:lnTo>
                  <a:pt x="184" y="447"/>
                </a:lnTo>
                <a:lnTo>
                  <a:pt x="195" y="432"/>
                </a:lnTo>
                <a:lnTo>
                  <a:pt x="208" y="418"/>
                </a:lnTo>
                <a:lnTo>
                  <a:pt x="222" y="406"/>
                </a:lnTo>
                <a:lnTo>
                  <a:pt x="237" y="395"/>
                </a:lnTo>
                <a:lnTo>
                  <a:pt x="253" y="385"/>
                </a:lnTo>
                <a:lnTo>
                  <a:pt x="270" y="377"/>
                </a:lnTo>
                <a:lnTo>
                  <a:pt x="288" y="370"/>
                </a:lnTo>
                <a:lnTo>
                  <a:pt x="306" y="365"/>
                </a:lnTo>
                <a:lnTo>
                  <a:pt x="326" y="362"/>
                </a:lnTo>
                <a:lnTo>
                  <a:pt x="346" y="362"/>
                </a:lnTo>
                <a:lnTo>
                  <a:pt x="364" y="362"/>
                </a:lnTo>
                <a:lnTo>
                  <a:pt x="381" y="365"/>
                </a:lnTo>
                <a:lnTo>
                  <a:pt x="399" y="368"/>
                </a:lnTo>
                <a:lnTo>
                  <a:pt x="415" y="373"/>
                </a:lnTo>
                <a:lnTo>
                  <a:pt x="431" y="381"/>
                </a:lnTo>
                <a:lnTo>
                  <a:pt x="446" y="388"/>
                </a:lnTo>
                <a:lnTo>
                  <a:pt x="460" y="398"/>
                </a:lnTo>
                <a:lnTo>
                  <a:pt x="474" y="409"/>
                </a:lnTo>
                <a:lnTo>
                  <a:pt x="409" y="472"/>
                </a:lnTo>
                <a:close/>
                <a:moveTo>
                  <a:pt x="421" y="557"/>
                </a:moveTo>
                <a:lnTo>
                  <a:pt x="421" y="564"/>
                </a:lnTo>
                <a:lnTo>
                  <a:pt x="420" y="572"/>
                </a:lnTo>
                <a:lnTo>
                  <a:pt x="418" y="579"/>
                </a:lnTo>
                <a:lnTo>
                  <a:pt x="416" y="586"/>
                </a:lnTo>
                <a:lnTo>
                  <a:pt x="413" y="592"/>
                </a:lnTo>
                <a:lnTo>
                  <a:pt x="408" y="599"/>
                </a:lnTo>
                <a:lnTo>
                  <a:pt x="404" y="605"/>
                </a:lnTo>
                <a:lnTo>
                  <a:pt x="400" y="610"/>
                </a:lnTo>
                <a:lnTo>
                  <a:pt x="394" y="615"/>
                </a:lnTo>
                <a:lnTo>
                  <a:pt x="388" y="619"/>
                </a:lnTo>
                <a:lnTo>
                  <a:pt x="382" y="623"/>
                </a:lnTo>
                <a:lnTo>
                  <a:pt x="375" y="627"/>
                </a:lnTo>
                <a:lnTo>
                  <a:pt x="369" y="629"/>
                </a:lnTo>
                <a:lnTo>
                  <a:pt x="361" y="631"/>
                </a:lnTo>
                <a:lnTo>
                  <a:pt x="354" y="632"/>
                </a:lnTo>
                <a:lnTo>
                  <a:pt x="346" y="632"/>
                </a:lnTo>
                <a:lnTo>
                  <a:pt x="339" y="632"/>
                </a:lnTo>
                <a:lnTo>
                  <a:pt x="331" y="631"/>
                </a:lnTo>
                <a:lnTo>
                  <a:pt x="324" y="629"/>
                </a:lnTo>
                <a:lnTo>
                  <a:pt x="317" y="627"/>
                </a:lnTo>
                <a:lnTo>
                  <a:pt x="311" y="623"/>
                </a:lnTo>
                <a:lnTo>
                  <a:pt x="304" y="619"/>
                </a:lnTo>
                <a:lnTo>
                  <a:pt x="298" y="615"/>
                </a:lnTo>
                <a:lnTo>
                  <a:pt x="292" y="610"/>
                </a:lnTo>
                <a:lnTo>
                  <a:pt x="288" y="605"/>
                </a:lnTo>
                <a:lnTo>
                  <a:pt x="284" y="599"/>
                </a:lnTo>
                <a:lnTo>
                  <a:pt x="280" y="592"/>
                </a:lnTo>
                <a:lnTo>
                  <a:pt x="276" y="586"/>
                </a:lnTo>
                <a:lnTo>
                  <a:pt x="274" y="579"/>
                </a:lnTo>
                <a:lnTo>
                  <a:pt x="272" y="572"/>
                </a:lnTo>
                <a:lnTo>
                  <a:pt x="271" y="564"/>
                </a:lnTo>
                <a:lnTo>
                  <a:pt x="271" y="557"/>
                </a:lnTo>
                <a:lnTo>
                  <a:pt x="271" y="549"/>
                </a:lnTo>
                <a:lnTo>
                  <a:pt x="272" y="542"/>
                </a:lnTo>
                <a:lnTo>
                  <a:pt x="274" y="534"/>
                </a:lnTo>
                <a:lnTo>
                  <a:pt x="276" y="528"/>
                </a:lnTo>
                <a:lnTo>
                  <a:pt x="280" y="521"/>
                </a:lnTo>
                <a:lnTo>
                  <a:pt x="284" y="515"/>
                </a:lnTo>
                <a:lnTo>
                  <a:pt x="288" y="509"/>
                </a:lnTo>
                <a:lnTo>
                  <a:pt x="292" y="503"/>
                </a:lnTo>
                <a:lnTo>
                  <a:pt x="298" y="499"/>
                </a:lnTo>
                <a:lnTo>
                  <a:pt x="304" y="495"/>
                </a:lnTo>
                <a:lnTo>
                  <a:pt x="311" y="490"/>
                </a:lnTo>
                <a:lnTo>
                  <a:pt x="317" y="487"/>
                </a:lnTo>
                <a:lnTo>
                  <a:pt x="324" y="485"/>
                </a:lnTo>
                <a:lnTo>
                  <a:pt x="331" y="483"/>
                </a:lnTo>
                <a:lnTo>
                  <a:pt x="339" y="482"/>
                </a:lnTo>
                <a:lnTo>
                  <a:pt x="346" y="482"/>
                </a:lnTo>
                <a:lnTo>
                  <a:pt x="358" y="483"/>
                </a:lnTo>
                <a:lnTo>
                  <a:pt x="369" y="485"/>
                </a:lnTo>
                <a:lnTo>
                  <a:pt x="378" y="489"/>
                </a:lnTo>
                <a:lnTo>
                  <a:pt x="388" y="494"/>
                </a:lnTo>
                <a:lnTo>
                  <a:pt x="354" y="528"/>
                </a:lnTo>
                <a:lnTo>
                  <a:pt x="350" y="527"/>
                </a:lnTo>
                <a:lnTo>
                  <a:pt x="346" y="527"/>
                </a:lnTo>
                <a:lnTo>
                  <a:pt x="340" y="527"/>
                </a:lnTo>
                <a:lnTo>
                  <a:pt x="334" y="529"/>
                </a:lnTo>
                <a:lnTo>
                  <a:pt x="329" y="532"/>
                </a:lnTo>
                <a:lnTo>
                  <a:pt x="325" y="535"/>
                </a:lnTo>
                <a:lnTo>
                  <a:pt x="321" y="540"/>
                </a:lnTo>
                <a:lnTo>
                  <a:pt x="318" y="545"/>
                </a:lnTo>
                <a:lnTo>
                  <a:pt x="317" y="550"/>
                </a:lnTo>
                <a:lnTo>
                  <a:pt x="316" y="557"/>
                </a:lnTo>
                <a:lnTo>
                  <a:pt x="317" y="563"/>
                </a:lnTo>
                <a:lnTo>
                  <a:pt x="318" y="569"/>
                </a:lnTo>
                <a:lnTo>
                  <a:pt x="321" y="574"/>
                </a:lnTo>
                <a:lnTo>
                  <a:pt x="325" y="578"/>
                </a:lnTo>
                <a:lnTo>
                  <a:pt x="329" y="581"/>
                </a:lnTo>
                <a:lnTo>
                  <a:pt x="334" y="585"/>
                </a:lnTo>
                <a:lnTo>
                  <a:pt x="340" y="586"/>
                </a:lnTo>
                <a:lnTo>
                  <a:pt x="346" y="587"/>
                </a:lnTo>
                <a:lnTo>
                  <a:pt x="352" y="586"/>
                </a:lnTo>
                <a:lnTo>
                  <a:pt x="358" y="585"/>
                </a:lnTo>
                <a:lnTo>
                  <a:pt x="363" y="581"/>
                </a:lnTo>
                <a:lnTo>
                  <a:pt x="367" y="578"/>
                </a:lnTo>
                <a:lnTo>
                  <a:pt x="371" y="574"/>
                </a:lnTo>
                <a:lnTo>
                  <a:pt x="374" y="569"/>
                </a:lnTo>
                <a:lnTo>
                  <a:pt x="376" y="563"/>
                </a:lnTo>
                <a:lnTo>
                  <a:pt x="376" y="557"/>
                </a:lnTo>
                <a:lnTo>
                  <a:pt x="376" y="553"/>
                </a:lnTo>
                <a:lnTo>
                  <a:pt x="375" y="549"/>
                </a:lnTo>
                <a:lnTo>
                  <a:pt x="409" y="515"/>
                </a:lnTo>
                <a:lnTo>
                  <a:pt x="414" y="525"/>
                </a:lnTo>
                <a:lnTo>
                  <a:pt x="418" y="534"/>
                </a:lnTo>
                <a:lnTo>
                  <a:pt x="420" y="545"/>
                </a:lnTo>
                <a:lnTo>
                  <a:pt x="421" y="557"/>
                </a:lnTo>
                <a:close/>
                <a:moveTo>
                  <a:pt x="662" y="557"/>
                </a:moveTo>
                <a:lnTo>
                  <a:pt x="661" y="573"/>
                </a:lnTo>
                <a:lnTo>
                  <a:pt x="660" y="589"/>
                </a:lnTo>
                <a:lnTo>
                  <a:pt x="658" y="605"/>
                </a:lnTo>
                <a:lnTo>
                  <a:pt x="656" y="620"/>
                </a:lnTo>
                <a:lnTo>
                  <a:pt x="653" y="636"/>
                </a:lnTo>
                <a:lnTo>
                  <a:pt x="648" y="651"/>
                </a:lnTo>
                <a:lnTo>
                  <a:pt x="643" y="665"/>
                </a:lnTo>
                <a:lnTo>
                  <a:pt x="638" y="680"/>
                </a:lnTo>
                <a:lnTo>
                  <a:pt x="631" y="694"/>
                </a:lnTo>
                <a:lnTo>
                  <a:pt x="624" y="707"/>
                </a:lnTo>
                <a:lnTo>
                  <a:pt x="616" y="721"/>
                </a:lnTo>
                <a:lnTo>
                  <a:pt x="608" y="734"/>
                </a:lnTo>
                <a:lnTo>
                  <a:pt x="599" y="746"/>
                </a:lnTo>
                <a:lnTo>
                  <a:pt x="589" y="757"/>
                </a:lnTo>
                <a:lnTo>
                  <a:pt x="580" y="769"/>
                </a:lnTo>
                <a:lnTo>
                  <a:pt x="569" y="780"/>
                </a:lnTo>
                <a:lnTo>
                  <a:pt x="558" y="791"/>
                </a:lnTo>
                <a:lnTo>
                  <a:pt x="547" y="800"/>
                </a:lnTo>
                <a:lnTo>
                  <a:pt x="535" y="810"/>
                </a:lnTo>
                <a:lnTo>
                  <a:pt x="523" y="818"/>
                </a:lnTo>
                <a:lnTo>
                  <a:pt x="510" y="827"/>
                </a:lnTo>
                <a:lnTo>
                  <a:pt x="496" y="835"/>
                </a:lnTo>
                <a:lnTo>
                  <a:pt x="483" y="842"/>
                </a:lnTo>
                <a:lnTo>
                  <a:pt x="469" y="848"/>
                </a:lnTo>
                <a:lnTo>
                  <a:pt x="454" y="854"/>
                </a:lnTo>
                <a:lnTo>
                  <a:pt x="440" y="858"/>
                </a:lnTo>
                <a:lnTo>
                  <a:pt x="425" y="862"/>
                </a:lnTo>
                <a:lnTo>
                  <a:pt x="409" y="867"/>
                </a:lnTo>
                <a:lnTo>
                  <a:pt x="394" y="869"/>
                </a:lnTo>
                <a:lnTo>
                  <a:pt x="378" y="871"/>
                </a:lnTo>
                <a:lnTo>
                  <a:pt x="362" y="872"/>
                </a:lnTo>
                <a:lnTo>
                  <a:pt x="346" y="873"/>
                </a:lnTo>
                <a:lnTo>
                  <a:pt x="330" y="872"/>
                </a:lnTo>
                <a:lnTo>
                  <a:pt x="314" y="871"/>
                </a:lnTo>
                <a:lnTo>
                  <a:pt x="298" y="869"/>
                </a:lnTo>
                <a:lnTo>
                  <a:pt x="283" y="867"/>
                </a:lnTo>
                <a:lnTo>
                  <a:pt x="267" y="862"/>
                </a:lnTo>
                <a:lnTo>
                  <a:pt x="253" y="858"/>
                </a:lnTo>
                <a:lnTo>
                  <a:pt x="238" y="854"/>
                </a:lnTo>
                <a:lnTo>
                  <a:pt x="223" y="848"/>
                </a:lnTo>
                <a:lnTo>
                  <a:pt x="209" y="842"/>
                </a:lnTo>
                <a:lnTo>
                  <a:pt x="196" y="835"/>
                </a:lnTo>
                <a:lnTo>
                  <a:pt x="182" y="827"/>
                </a:lnTo>
                <a:lnTo>
                  <a:pt x="169" y="818"/>
                </a:lnTo>
                <a:lnTo>
                  <a:pt x="157" y="810"/>
                </a:lnTo>
                <a:lnTo>
                  <a:pt x="145" y="800"/>
                </a:lnTo>
                <a:lnTo>
                  <a:pt x="134" y="791"/>
                </a:lnTo>
                <a:lnTo>
                  <a:pt x="123" y="780"/>
                </a:lnTo>
                <a:lnTo>
                  <a:pt x="112" y="769"/>
                </a:lnTo>
                <a:lnTo>
                  <a:pt x="103" y="757"/>
                </a:lnTo>
                <a:lnTo>
                  <a:pt x="93" y="746"/>
                </a:lnTo>
                <a:lnTo>
                  <a:pt x="84" y="734"/>
                </a:lnTo>
                <a:lnTo>
                  <a:pt x="76" y="721"/>
                </a:lnTo>
                <a:lnTo>
                  <a:pt x="68" y="707"/>
                </a:lnTo>
                <a:lnTo>
                  <a:pt x="61" y="694"/>
                </a:lnTo>
                <a:lnTo>
                  <a:pt x="55" y="680"/>
                </a:lnTo>
                <a:lnTo>
                  <a:pt x="49" y="665"/>
                </a:lnTo>
                <a:lnTo>
                  <a:pt x="45" y="651"/>
                </a:lnTo>
                <a:lnTo>
                  <a:pt x="40" y="636"/>
                </a:lnTo>
                <a:lnTo>
                  <a:pt x="36" y="620"/>
                </a:lnTo>
                <a:lnTo>
                  <a:pt x="34" y="605"/>
                </a:lnTo>
                <a:lnTo>
                  <a:pt x="32" y="589"/>
                </a:lnTo>
                <a:lnTo>
                  <a:pt x="31" y="573"/>
                </a:lnTo>
                <a:lnTo>
                  <a:pt x="30" y="557"/>
                </a:lnTo>
                <a:lnTo>
                  <a:pt x="31" y="541"/>
                </a:lnTo>
                <a:lnTo>
                  <a:pt x="32" y="525"/>
                </a:lnTo>
                <a:lnTo>
                  <a:pt x="34" y="509"/>
                </a:lnTo>
                <a:lnTo>
                  <a:pt x="36" y="494"/>
                </a:lnTo>
                <a:lnTo>
                  <a:pt x="40" y="477"/>
                </a:lnTo>
                <a:lnTo>
                  <a:pt x="45" y="462"/>
                </a:lnTo>
                <a:lnTo>
                  <a:pt x="49" y="448"/>
                </a:lnTo>
                <a:lnTo>
                  <a:pt x="55" y="433"/>
                </a:lnTo>
                <a:lnTo>
                  <a:pt x="61" y="420"/>
                </a:lnTo>
                <a:lnTo>
                  <a:pt x="68" y="407"/>
                </a:lnTo>
                <a:lnTo>
                  <a:pt x="76" y="393"/>
                </a:lnTo>
                <a:lnTo>
                  <a:pt x="84" y="380"/>
                </a:lnTo>
                <a:lnTo>
                  <a:pt x="93" y="368"/>
                </a:lnTo>
                <a:lnTo>
                  <a:pt x="103" y="356"/>
                </a:lnTo>
                <a:lnTo>
                  <a:pt x="112" y="344"/>
                </a:lnTo>
                <a:lnTo>
                  <a:pt x="123" y="334"/>
                </a:lnTo>
                <a:lnTo>
                  <a:pt x="134" y="323"/>
                </a:lnTo>
                <a:lnTo>
                  <a:pt x="145" y="313"/>
                </a:lnTo>
                <a:lnTo>
                  <a:pt x="157" y="304"/>
                </a:lnTo>
                <a:lnTo>
                  <a:pt x="169" y="295"/>
                </a:lnTo>
                <a:lnTo>
                  <a:pt x="182" y="287"/>
                </a:lnTo>
                <a:lnTo>
                  <a:pt x="196" y="279"/>
                </a:lnTo>
                <a:lnTo>
                  <a:pt x="209" y="272"/>
                </a:lnTo>
                <a:lnTo>
                  <a:pt x="223" y="265"/>
                </a:lnTo>
                <a:lnTo>
                  <a:pt x="238" y="260"/>
                </a:lnTo>
                <a:lnTo>
                  <a:pt x="253" y="255"/>
                </a:lnTo>
                <a:lnTo>
                  <a:pt x="267" y="251"/>
                </a:lnTo>
                <a:lnTo>
                  <a:pt x="283" y="247"/>
                </a:lnTo>
                <a:lnTo>
                  <a:pt x="298" y="245"/>
                </a:lnTo>
                <a:lnTo>
                  <a:pt x="314" y="243"/>
                </a:lnTo>
                <a:lnTo>
                  <a:pt x="330" y="242"/>
                </a:lnTo>
                <a:lnTo>
                  <a:pt x="346" y="240"/>
                </a:lnTo>
                <a:lnTo>
                  <a:pt x="361" y="242"/>
                </a:lnTo>
                <a:lnTo>
                  <a:pt x="376" y="243"/>
                </a:lnTo>
                <a:lnTo>
                  <a:pt x="391" y="244"/>
                </a:lnTo>
                <a:lnTo>
                  <a:pt x="406" y="247"/>
                </a:lnTo>
                <a:lnTo>
                  <a:pt x="420" y="250"/>
                </a:lnTo>
                <a:lnTo>
                  <a:pt x="434" y="253"/>
                </a:lnTo>
                <a:lnTo>
                  <a:pt x="448" y="258"/>
                </a:lnTo>
                <a:lnTo>
                  <a:pt x="462" y="263"/>
                </a:lnTo>
                <a:lnTo>
                  <a:pt x="475" y="268"/>
                </a:lnTo>
                <a:lnTo>
                  <a:pt x="488" y="275"/>
                </a:lnTo>
                <a:lnTo>
                  <a:pt x="500" y="281"/>
                </a:lnTo>
                <a:lnTo>
                  <a:pt x="513" y="289"/>
                </a:lnTo>
                <a:lnTo>
                  <a:pt x="525" y="296"/>
                </a:lnTo>
                <a:lnTo>
                  <a:pt x="537" y="305"/>
                </a:lnTo>
                <a:lnTo>
                  <a:pt x="548" y="313"/>
                </a:lnTo>
                <a:lnTo>
                  <a:pt x="558" y="323"/>
                </a:lnTo>
                <a:lnTo>
                  <a:pt x="494" y="387"/>
                </a:lnTo>
                <a:lnTo>
                  <a:pt x="479" y="375"/>
                </a:lnTo>
                <a:lnTo>
                  <a:pt x="463" y="364"/>
                </a:lnTo>
                <a:lnTo>
                  <a:pt x="445" y="354"/>
                </a:lnTo>
                <a:lnTo>
                  <a:pt x="426" y="346"/>
                </a:lnTo>
                <a:lnTo>
                  <a:pt x="407" y="339"/>
                </a:lnTo>
                <a:lnTo>
                  <a:pt x="388" y="335"/>
                </a:lnTo>
                <a:lnTo>
                  <a:pt x="367" y="332"/>
                </a:lnTo>
                <a:lnTo>
                  <a:pt x="346" y="331"/>
                </a:lnTo>
                <a:lnTo>
                  <a:pt x="334" y="332"/>
                </a:lnTo>
                <a:lnTo>
                  <a:pt x="324" y="333"/>
                </a:lnTo>
                <a:lnTo>
                  <a:pt x="312" y="334"/>
                </a:lnTo>
                <a:lnTo>
                  <a:pt x="301" y="336"/>
                </a:lnTo>
                <a:lnTo>
                  <a:pt x="290" y="338"/>
                </a:lnTo>
                <a:lnTo>
                  <a:pt x="280" y="341"/>
                </a:lnTo>
                <a:lnTo>
                  <a:pt x="269" y="344"/>
                </a:lnTo>
                <a:lnTo>
                  <a:pt x="258" y="349"/>
                </a:lnTo>
                <a:lnTo>
                  <a:pt x="239" y="358"/>
                </a:lnTo>
                <a:lnTo>
                  <a:pt x="219" y="369"/>
                </a:lnTo>
                <a:lnTo>
                  <a:pt x="202" y="383"/>
                </a:lnTo>
                <a:lnTo>
                  <a:pt x="186" y="397"/>
                </a:lnTo>
                <a:lnTo>
                  <a:pt x="172" y="413"/>
                </a:lnTo>
                <a:lnTo>
                  <a:pt x="159" y="430"/>
                </a:lnTo>
                <a:lnTo>
                  <a:pt x="148" y="450"/>
                </a:lnTo>
                <a:lnTo>
                  <a:pt x="138" y="469"/>
                </a:lnTo>
                <a:lnTo>
                  <a:pt x="134" y="480"/>
                </a:lnTo>
                <a:lnTo>
                  <a:pt x="130" y="489"/>
                </a:lnTo>
                <a:lnTo>
                  <a:pt x="127" y="500"/>
                </a:lnTo>
                <a:lnTo>
                  <a:pt x="125" y="512"/>
                </a:lnTo>
                <a:lnTo>
                  <a:pt x="123" y="522"/>
                </a:lnTo>
                <a:lnTo>
                  <a:pt x="122" y="534"/>
                </a:lnTo>
                <a:lnTo>
                  <a:pt x="121" y="545"/>
                </a:lnTo>
                <a:lnTo>
                  <a:pt x="121" y="557"/>
                </a:lnTo>
                <a:lnTo>
                  <a:pt x="121" y="569"/>
                </a:lnTo>
                <a:lnTo>
                  <a:pt x="122" y="579"/>
                </a:lnTo>
                <a:lnTo>
                  <a:pt x="123" y="591"/>
                </a:lnTo>
                <a:lnTo>
                  <a:pt x="125" y="602"/>
                </a:lnTo>
                <a:lnTo>
                  <a:pt x="127" y="614"/>
                </a:lnTo>
                <a:lnTo>
                  <a:pt x="130" y="624"/>
                </a:lnTo>
                <a:lnTo>
                  <a:pt x="134" y="634"/>
                </a:lnTo>
                <a:lnTo>
                  <a:pt x="138" y="645"/>
                </a:lnTo>
                <a:lnTo>
                  <a:pt x="148" y="664"/>
                </a:lnTo>
                <a:lnTo>
                  <a:pt x="159" y="683"/>
                </a:lnTo>
                <a:lnTo>
                  <a:pt x="172" y="700"/>
                </a:lnTo>
                <a:lnTo>
                  <a:pt x="186" y="717"/>
                </a:lnTo>
                <a:lnTo>
                  <a:pt x="202" y="731"/>
                </a:lnTo>
                <a:lnTo>
                  <a:pt x="219" y="743"/>
                </a:lnTo>
                <a:lnTo>
                  <a:pt x="239" y="755"/>
                </a:lnTo>
                <a:lnTo>
                  <a:pt x="258" y="765"/>
                </a:lnTo>
                <a:lnTo>
                  <a:pt x="269" y="769"/>
                </a:lnTo>
                <a:lnTo>
                  <a:pt x="280" y="772"/>
                </a:lnTo>
                <a:lnTo>
                  <a:pt x="290" y="776"/>
                </a:lnTo>
                <a:lnTo>
                  <a:pt x="301" y="778"/>
                </a:lnTo>
                <a:lnTo>
                  <a:pt x="312" y="780"/>
                </a:lnTo>
                <a:lnTo>
                  <a:pt x="324" y="781"/>
                </a:lnTo>
                <a:lnTo>
                  <a:pt x="334" y="782"/>
                </a:lnTo>
                <a:lnTo>
                  <a:pt x="346" y="783"/>
                </a:lnTo>
                <a:lnTo>
                  <a:pt x="358" y="782"/>
                </a:lnTo>
                <a:lnTo>
                  <a:pt x="370" y="781"/>
                </a:lnTo>
                <a:lnTo>
                  <a:pt x="380" y="780"/>
                </a:lnTo>
                <a:lnTo>
                  <a:pt x="391" y="778"/>
                </a:lnTo>
                <a:lnTo>
                  <a:pt x="403" y="776"/>
                </a:lnTo>
                <a:lnTo>
                  <a:pt x="414" y="772"/>
                </a:lnTo>
                <a:lnTo>
                  <a:pt x="423" y="769"/>
                </a:lnTo>
                <a:lnTo>
                  <a:pt x="434" y="765"/>
                </a:lnTo>
                <a:lnTo>
                  <a:pt x="453" y="755"/>
                </a:lnTo>
                <a:lnTo>
                  <a:pt x="473" y="744"/>
                </a:lnTo>
                <a:lnTo>
                  <a:pt x="490" y="731"/>
                </a:lnTo>
                <a:lnTo>
                  <a:pt x="506" y="717"/>
                </a:lnTo>
                <a:lnTo>
                  <a:pt x="520" y="700"/>
                </a:lnTo>
                <a:lnTo>
                  <a:pt x="534" y="683"/>
                </a:lnTo>
                <a:lnTo>
                  <a:pt x="544" y="664"/>
                </a:lnTo>
                <a:lnTo>
                  <a:pt x="554" y="645"/>
                </a:lnTo>
                <a:lnTo>
                  <a:pt x="558" y="634"/>
                </a:lnTo>
                <a:lnTo>
                  <a:pt x="562" y="624"/>
                </a:lnTo>
                <a:lnTo>
                  <a:pt x="565" y="614"/>
                </a:lnTo>
                <a:lnTo>
                  <a:pt x="567" y="602"/>
                </a:lnTo>
                <a:lnTo>
                  <a:pt x="569" y="591"/>
                </a:lnTo>
                <a:lnTo>
                  <a:pt x="570" y="579"/>
                </a:lnTo>
                <a:lnTo>
                  <a:pt x="571" y="569"/>
                </a:lnTo>
                <a:lnTo>
                  <a:pt x="572" y="557"/>
                </a:lnTo>
                <a:lnTo>
                  <a:pt x="571" y="535"/>
                </a:lnTo>
                <a:lnTo>
                  <a:pt x="568" y="515"/>
                </a:lnTo>
                <a:lnTo>
                  <a:pt x="564" y="496"/>
                </a:lnTo>
                <a:lnTo>
                  <a:pt x="557" y="476"/>
                </a:lnTo>
                <a:lnTo>
                  <a:pt x="549" y="458"/>
                </a:lnTo>
                <a:lnTo>
                  <a:pt x="539" y="440"/>
                </a:lnTo>
                <a:lnTo>
                  <a:pt x="528" y="424"/>
                </a:lnTo>
                <a:lnTo>
                  <a:pt x="515" y="409"/>
                </a:lnTo>
                <a:lnTo>
                  <a:pt x="580" y="344"/>
                </a:lnTo>
                <a:lnTo>
                  <a:pt x="588" y="355"/>
                </a:lnTo>
                <a:lnTo>
                  <a:pt x="598" y="366"/>
                </a:lnTo>
                <a:lnTo>
                  <a:pt x="607" y="378"/>
                </a:lnTo>
                <a:lnTo>
                  <a:pt x="614" y="390"/>
                </a:lnTo>
                <a:lnTo>
                  <a:pt x="622" y="402"/>
                </a:lnTo>
                <a:lnTo>
                  <a:pt x="628" y="415"/>
                </a:lnTo>
                <a:lnTo>
                  <a:pt x="635" y="428"/>
                </a:lnTo>
                <a:lnTo>
                  <a:pt x="640" y="441"/>
                </a:lnTo>
                <a:lnTo>
                  <a:pt x="645" y="455"/>
                </a:lnTo>
                <a:lnTo>
                  <a:pt x="650" y="469"/>
                </a:lnTo>
                <a:lnTo>
                  <a:pt x="654" y="483"/>
                </a:lnTo>
                <a:lnTo>
                  <a:pt x="656" y="497"/>
                </a:lnTo>
                <a:lnTo>
                  <a:pt x="659" y="512"/>
                </a:lnTo>
                <a:lnTo>
                  <a:pt x="660" y="527"/>
                </a:lnTo>
                <a:lnTo>
                  <a:pt x="661" y="542"/>
                </a:lnTo>
                <a:lnTo>
                  <a:pt x="662" y="557"/>
                </a:lnTo>
                <a:close/>
                <a:moveTo>
                  <a:pt x="608" y="173"/>
                </a:moveTo>
                <a:lnTo>
                  <a:pt x="610" y="166"/>
                </a:lnTo>
                <a:lnTo>
                  <a:pt x="612" y="159"/>
                </a:lnTo>
                <a:lnTo>
                  <a:pt x="615" y="153"/>
                </a:lnTo>
                <a:lnTo>
                  <a:pt x="620" y="146"/>
                </a:lnTo>
                <a:lnTo>
                  <a:pt x="628" y="134"/>
                </a:lnTo>
                <a:lnTo>
                  <a:pt x="639" y="123"/>
                </a:lnTo>
                <a:lnTo>
                  <a:pt x="651" y="111"/>
                </a:lnTo>
                <a:lnTo>
                  <a:pt x="663" y="100"/>
                </a:lnTo>
                <a:lnTo>
                  <a:pt x="677" y="90"/>
                </a:lnTo>
                <a:lnTo>
                  <a:pt x="692" y="81"/>
                </a:lnTo>
                <a:lnTo>
                  <a:pt x="692" y="189"/>
                </a:lnTo>
                <a:lnTo>
                  <a:pt x="632" y="249"/>
                </a:lnTo>
                <a:lnTo>
                  <a:pt x="625" y="239"/>
                </a:lnTo>
                <a:lnTo>
                  <a:pt x="618" y="230"/>
                </a:lnTo>
                <a:lnTo>
                  <a:pt x="613" y="220"/>
                </a:lnTo>
                <a:lnTo>
                  <a:pt x="610" y="210"/>
                </a:lnTo>
                <a:lnTo>
                  <a:pt x="607" y="201"/>
                </a:lnTo>
                <a:lnTo>
                  <a:pt x="606" y="191"/>
                </a:lnTo>
                <a:lnTo>
                  <a:pt x="607" y="183"/>
                </a:lnTo>
                <a:lnTo>
                  <a:pt x="608" y="173"/>
                </a:lnTo>
                <a:close/>
                <a:moveTo>
                  <a:pt x="783" y="99"/>
                </a:moveTo>
                <a:lnTo>
                  <a:pt x="722" y="159"/>
                </a:lnTo>
                <a:lnTo>
                  <a:pt x="722" y="64"/>
                </a:lnTo>
                <a:lnTo>
                  <a:pt x="740" y="55"/>
                </a:lnTo>
                <a:lnTo>
                  <a:pt x="756" y="47"/>
                </a:lnTo>
                <a:lnTo>
                  <a:pt x="771" y="42"/>
                </a:lnTo>
                <a:lnTo>
                  <a:pt x="783" y="37"/>
                </a:lnTo>
                <a:lnTo>
                  <a:pt x="783" y="99"/>
                </a:lnTo>
                <a:close/>
                <a:moveTo>
                  <a:pt x="901" y="97"/>
                </a:moveTo>
                <a:lnTo>
                  <a:pt x="897" y="94"/>
                </a:lnTo>
                <a:lnTo>
                  <a:pt x="895" y="91"/>
                </a:lnTo>
                <a:lnTo>
                  <a:pt x="892" y="90"/>
                </a:lnTo>
                <a:lnTo>
                  <a:pt x="888" y="90"/>
                </a:lnTo>
                <a:lnTo>
                  <a:pt x="813" y="90"/>
                </a:lnTo>
                <a:lnTo>
                  <a:pt x="813" y="15"/>
                </a:lnTo>
                <a:lnTo>
                  <a:pt x="813" y="11"/>
                </a:lnTo>
                <a:lnTo>
                  <a:pt x="811" y="8"/>
                </a:lnTo>
                <a:lnTo>
                  <a:pt x="809" y="6"/>
                </a:lnTo>
                <a:lnTo>
                  <a:pt x="806" y="2"/>
                </a:lnTo>
                <a:lnTo>
                  <a:pt x="803" y="1"/>
                </a:lnTo>
                <a:lnTo>
                  <a:pt x="800" y="0"/>
                </a:lnTo>
                <a:lnTo>
                  <a:pt x="796" y="0"/>
                </a:lnTo>
                <a:lnTo>
                  <a:pt x="793" y="0"/>
                </a:lnTo>
                <a:lnTo>
                  <a:pt x="783" y="5"/>
                </a:lnTo>
                <a:lnTo>
                  <a:pt x="760" y="13"/>
                </a:lnTo>
                <a:lnTo>
                  <a:pt x="745" y="20"/>
                </a:lnTo>
                <a:lnTo>
                  <a:pt x="728" y="27"/>
                </a:lnTo>
                <a:lnTo>
                  <a:pt x="711" y="36"/>
                </a:lnTo>
                <a:lnTo>
                  <a:pt x="692" y="46"/>
                </a:lnTo>
                <a:lnTo>
                  <a:pt x="673" y="57"/>
                </a:lnTo>
                <a:lnTo>
                  <a:pt x="655" y="70"/>
                </a:lnTo>
                <a:lnTo>
                  <a:pt x="638" y="83"/>
                </a:lnTo>
                <a:lnTo>
                  <a:pt x="622" y="98"/>
                </a:lnTo>
                <a:lnTo>
                  <a:pt x="614" y="105"/>
                </a:lnTo>
                <a:lnTo>
                  <a:pt x="607" y="113"/>
                </a:lnTo>
                <a:lnTo>
                  <a:pt x="600" y="121"/>
                </a:lnTo>
                <a:lnTo>
                  <a:pt x="595" y="130"/>
                </a:lnTo>
                <a:lnTo>
                  <a:pt x="589" y="139"/>
                </a:lnTo>
                <a:lnTo>
                  <a:pt x="585" y="147"/>
                </a:lnTo>
                <a:lnTo>
                  <a:pt x="581" y="157"/>
                </a:lnTo>
                <a:lnTo>
                  <a:pt x="579" y="165"/>
                </a:lnTo>
                <a:lnTo>
                  <a:pt x="577" y="179"/>
                </a:lnTo>
                <a:lnTo>
                  <a:pt x="576" y="192"/>
                </a:lnTo>
                <a:lnTo>
                  <a:pt x="578" y="205"/>
                </a:lnTo>
                <a:lnTo>
                  <a:pt x="581" y="218"/>
                </a:lnTo>
                <a:lnTo>
                  <a:pt x="585" y="232"/>
                </a:lnTo>
                <a:lnTo>
                  <a:pt x="593" y="245"/>
                </a:lnTo>
                <a:lnTo>
                  <a:pt x="601" y="258"/>
                </a:lnTo>
                <a:lnTo>
                  <a:pt x="611" y="270"/>
                </a:lnTo>
                <a:lnTo>
                  <a:pt x="580" y="302"/>
                </a:lnTo>
                <a:lnTo>
                  <a:pt x="568" y="291"/>
                </a:lnTo>
                <a:lnTo>
                  <a:pt x="556" y="281"/>
                </a:lnTo>
                <a:lnTo>
                  <a:pt x="543" y="273"/>
                </a:lnTo>
                <a:lnTo>
                  <a:pt x="531" y="264"/>
                </a:lnTo>
                <a:lnTo>
                  <a:pt x="517" y="255"/>
                </a:lnTo>
                <a:lnTo>
                  <a:pt x="503" y="248"/>
                </a:lnTo>
                <a:lnTo>
                  <a:pt x="489" y="242"/>
                </a:lnTo>
                <a:lnTo>
                  <a:pt x="474" y="235"/>
                </a:lnTo>
                <a:lnTo>
                  <a:pt x="459" y="230"/>
                </a:lnTo>
                <a:lnTo>
                  <a:pt x="444" y="224"/>
                </a:lnTo>
                <a:lnTo>
                  <a:pt x="428" y="220"/>
                </a:lnTo>
                <a:lnTo>
                  <a:pt x="411" y="217"/>
                </a:lnTo>
                <a:lnTo>
                  <a:pt x="395" y="215"/>
                </a:lnTo>
                <a:lnTo>
                  <a:pt x="379" y="213"/>
                </a:lnTo>
                <a:lnTo>
                  <a:pt x="363" y="212"/>
                </a:lnTo>
                <a:lnTo>
                  <a:pt x="346" y="210"/>
                </a:lnTo>
                <a:lnTo>
                  <a:pt x="328" y="212"/>
                </a:lnTo>
                <a:lnTo>
                  <a:pt x="311" y="213"/>
                </a:lnTo>
                <a:lnTo>
                  <a:pt x="293" y="215"/>
                </a:lnTo>
                <a:lnTo>
                  <a:pt x="276" y="218"/>
                </a:lnTo>
                <a:lnTo>
                  <a:pt x="259" y="221"/>
                </a:lnTo>
                <a:lnTo>
                  <a:pt x="243" y="227"/>
                </a:lnTo>
                <a:lnTo>
                  <a:pt x="227" y="232"/>
                </a:lnTo>
                <a:lnTo>
                  <a:pt x="212" y="238"/>
                </a:lnTo>
                <a:lnTo>
                  <a:pt x="196" y="245"/>
                </a:lnTo>
                <a:lnTo>
                  <a:pt x="181" y="252"/>
                </a:lnTo>
                <a:lnTo>
                  <a:pt x="167" y="261"/>
                </a:lnTo>
                <a:lnTo>
                  <a:pt x="153" y="269"/>
                </a:lnTo>
                <a:lnTo>
                  <a:pt x="139" y="279"/>
                </a:lnTo>
                <a:lnTo>
                  <a:pt x="126" y="290"/>
                </a:lnTo>
                <a:lnTo>
                  <a:pt x="113" y="301"/>
                </a:lnTo>
                <a:lnTo>
                  <a:pt x="102" y="312"/>
                </a:lnTo>
                <a:lnTo>
                  <a:pt x="90" y="324"/>
                </a:lnTo>
                <a:lnTo>
                  <a:pt x="79" y="337"/>
                </a:lnTo>
                <a:lnTo>
                  <a:pt x="68" y="350"/>
                </a:lnTo>
                <a:lnTo>
                  <a:pt x="59" y="364"/>
                </a:lnTo>
                <a:lnTo>
                  <a:pt x="50" y="378"/>
                </a:lnTo>
                <a:lnTo>
                  <a:pt x="41" y="392"/>
                </a:lnTo>
                <a:lnTo>
                  <a:pt x="34" y="407"/>
                </a:lnTo>
                <a:lnTo>
                  <a:pt x="27" y="422"/>
                </a:lnTo>
                <a:lnTo>
                  <a:pt x="21" y="438"/>
                </a:lnTo>
                <a:lnTo>
                  <a:pt x="16" y="454"/>
                </a:lnTo>
                <a:lnTo>
                  <a:pt x="10" y="470"/>
                </a:lnTo>
                <a:lnTo>
                  <a:pt x="7" y="487"/>
                </a:lnTo>
                <a:lnTo>
                  <a:pt x="4" y="504"/>
                </a:lnTo>
                <a:lnTo>
                  <a:pt x="2" y="521"/>
                </a:lnTo>
                <a:lnTo>
                  <a:pt x="1" y="539"/>
                </a:lnTo>
                <a:lnTo>
                  <a:pt x="0" y="557"/>
                </a:lnTo>
                <a:lnTo>
                  <a:pt x="1" y="574"/>
                </a:lnTo>
                <a:lnTo>
                  <a:pt x="2" y="590"/>
                </a:lnTo>
                <a:lnTo>
                  <a:pt x="4" y="606"/>
                </a:lnTo>
                <a:lnTo>
                  <a:pt x="6" y="622"/>
                </a:lnTo>
                <a:lnTo>
                  <a:pt x="9" y="638"/>
                </a:lnTo>
                <a:lnTo>
                  <a:pt x="14" y="654"/>
                </a:lnTo>
                <a:lnTo>
                  <a:pt x="19" y="669"/>
                </a:lnTo>
                <a:lnTo>
                  <a:pt x="24" y="684"/>
                </a:lnTo>
                <a:lnTo>
                  <a:pt x="31" y="699"/>
                </a:lnTo>
                <a:lnTo>
                  <a:pt x="37" y="713"/>
                </a:lnTo>
                <a:lnTo>
                  <a:pt x="45" y="727"/>
                </a:lnTo>
                <a:lnTo>
                  <a:pt x="53" y="740"/>
                </a:lnTo>
                <a:lnTo>
                  <a:pt x="62" y="754"/>
                </a:lnTo>
                <a:lnTo>
                  <a:pt x="70" y="767"/>
                </a:lnTo>
                <a:lnTo>
                  <a:pt x="81" y="779"/>
                </a:lnTo>
                <a:lnTo>
                  <a:pt x="91" y="791"/>
                </a:lnTo>
                <a:lnTo>
                  <a:pt x="4" y="877"/>
                </a:lnTo>
                <a:lnTo>
                  <a:pt x="3" y="880"/>
                </a:lnTo>
                <a:lnTo>
                  <a:pt x="1" y="882"/>
                </a:lnTo>
                <a:lnTo>
                  <a:pt x="0" y="885"/>
                </a:lnTo>
                <a:lnTo>
                  <a:pt x="0" y="888"/>
                </a:lnTo>
                <a:lnTo>
                  <a:pt x="0" y="890"/>
                </a:lnTo>
                <a:lnTo>
                  <a:pt x="1" y="894"/>
                </a:lnTo>
                <a:lnTo>
                  <a:pt x="3" y="896"/>
                </a:lnTo>
                <a:lnTo>
                  <a:pt x="4" y="899"/>
                </a:lnTo>
                <a:lnTo>
                  <a:pt x="7" y="900"/>
                </a:lnTo>
                <a:lnTo>
                  <a:pt x="9" y="902"/>
                </a:lnTo>
                <a:lnTo>
                  <a:pt x="12" y="903"/>
                </a:lnTo>
                <a:lnTo>
                  <a:pt x="15" y="903"/>
                </a:lnTo>
                <a:lnTo>
                  <a:pt x="18" y="903"/>
                </a:lnTo>
                <a:lnTo>
                  <a:pt x="21" y="902"/>
                </a:lnTo>
                <a:lnTo>
                  <a:pt x="23" y="900"/>
                </a:lnTo>
                <a:lnTo>
                  <a:pt x="25" y="899"/>
                </a:lnTo>
                <a:lnTo>
                  <a:pt x="112" y="812"/>
                </a:lnTo>
                <a:lnTo>
                  <a:pt x="124" y="822"/>
                </a:lnTo>
                <a:lnTo>
                  <a:pt x="137" y="832"/>
                </a:lnTo>
                <a:lnTo>
                  <a:pt x="149" y="841"/>
                </a:lnTo>
                <a:lnTo>
                  <a:pt x="163" y="850"/>
                </a:lnTo>
                <a:lnTo>
                  <a:pt x="176" y="858"/>
                </a:lnTo>
                <a:lnTo>
                  <a:pt x="189" y="866"/>
                </a:lnTo>
                <a:lnTo>
                  <a:pt x="203" y="872"/>
                </a:lnTo>
                <a:lnTo>
                  <a:pt x="218" y="879"/>
                </a:lnTo>
                <a:lnTo>
                  <a:pt x="233" y="884"/>
                </a:lnTo>
                <a:lnTo>
                  <a:pt x="248" y="889"/>
                </a:lnTo>
                <a:lnTo>
                  <a:pt x="265" y="894"/>
                </a:lnTo>
                <a:lnTo>
                  <a:pt x="281" y="897"/>
                </a:lnTo>
                <a:lnTo>
                  <a:pt x="297" y="899"/>
                </a:lnTo>
                <a:lnTo>
                  <a:pt x="313" y="901"/>
                </a:lnTo>
                <a:lnTo>
                  <a:pt x="329" y="902"/>
                </a:lnTo>
                <a:lnTo>
                  <a:pt x="346" y="903"/>
                </a:lnTo>
                <a:lnTo>
                  <a:pt x="363" y="902"/>
                </a:lnTo>
                <a:lnTo>
                  <a:pt x="379" y="901"/>
                </a:lnTo>
                <a:lnTo>
                  <a:pt x="395" y="899"/>
                </a:lnTo>
                <a:lnTo>
                  <a:pt x="411" y="897"/>
                </a:lnTo>
                <a:lnTo>
                  <a:pt x="428" y="894"/>
                </a:lnTo>
                <a:lnTo>
                  <a:pt x="444" y="889"/>
                </a:lnTo>
                <a:lnTo>
                  <a:pt x="459" y="884"/>
                </a:lnTo>
                <a:lnTo>
                  <a:pt x="474" y="879"/>
                </a:lnTo>
                <a:lnTo>
                  <a:pt x="489" y="872"/>
                </a:lnTo>
                <a:lnTo>
                  <a:pt x="503" y="866"/>
                </a:lnTo>
                <a:lnTo>
                  <a:pt x="517" y="858"/>
                </a:lnTo>
                <a:lnTo>
                  <a:pt x="531" y="850"/>
                </a:lnTo>
                <a:lnTo>
                  <a:pt x="543" y="841"/>
                </a:lnTo>
                <a:lnTo>
                  <a:pt x="556" y="832"/>
                </a:lnTo>
                <a:lnTo>
                  <a:pt x="568" y="822"/>
                </a:lnTo>
                <a:lnTo>
                  <a:pt x="580" y="812"/>
                </a:lnTo>
                <a:lnTo>
                  <a:pt x="667" y="899"/>
                </a:lnTo>
                <a:lnTo>
                  <a:pt x="669" y="900"/>
                </a:lnTo>
                <a:lnTo>
                  <a:pt x="672" y="902"/>
                </a:lnTo>
                <a:lnTo>
                  <a:pt x="674" y="903"/>
                </a:lnTo>
                <a:lnTo>
                  <a:pt x="677" y="903"/>
                </a:lnTo>
                <a:lnTo>
                  <a:pt x="681" y="903"/>
                </a:lnTo>
                <a:lnTo>
                  <a:pt x="683" y="902"/>
                </a:lnTo>
                <a:lnTo>
                  <a:pt x="686" y="900"/>
                </a:lnTo>
                <a:lnTo>
                  <a:pt x="688" y="899"/>
                </a:lnTo>
                <a:lnTo>
                  <a:pt x="690" y="896"/>
                </a:lnTo>
                <a:lnTo>
                  <a:pt x="691" y="894"/>
                </a:lnTo>
                <a:lnTo>
                  <a:pt x="692" y="890"/>
                </a:lnTo>
                <a:lnTo>
                  <a:pt x="692" y="888"/>
                </a:lnTo>
                <a:lnTo>
                  <a:pt x="692" y="885"/>
                </a:lnTo>
                <a:lnTo>
                  <a:pt x="691" y="882"/>
                </a:lnTo>
                <a:lnTo>
                  <a:pt x="690" y="880"/>
                </a:lnTo>
                <a:lnTo>
                  <a:pt x="688" y="877"/>
                </a:lnTo>
                <a:lnTo>
                  <a:pt x="601" y="791"/>
                </a:lnTo>
                <a:lnTo>
                  <a:pt x="612" y="779"/>
                </a:lnTo>
                <a:lnTo>
                  <a:pt x="622" y="767"/>
                </a:lnTo>
                <a:lnTo>
                  <a:pt x="630" y="754"/>
                </a:lnTo>
                <a:lnTo>
                  <a:pt x="639" y="740"/>
                </a:lnTo>
                <a:lnTo>
                  <a:pt x="647" y="727"/>
                </a:lnTo>
                <a:lnTo>
                  <a:pt x="655" y="713"/>
                </a:lnTo>
                <a:lnTo>
                  <a:pt x="661" y="699"/>
                </a:lnTo>
                <a:lnTo>
                  <a:pt x="668" y="684"/>
                </a:lnTo>
                <a:lnTo>
                  <a:pt x="673" y="669"/>
                </a:lnTo>
                <a:lnTo>
                  <a:pt x="679" y="654"/>
                </a:lnTo>
                <a:lnTo>
                  <a:pt x="683" y="638"/>
                </a:lnTo>
                <a:lnTo>
                  <a:pt x="686" y="622"/>
                </a:lnTo>
                <a:lnTo>
                  <a:pt x="689" y="606"/>
                </a:lnTo>
                <a:lnTo>
                  <a:pt x="690" y="590"/>
                </a:lnTo>
                <a:lnTo>
                  <a:pt x="691" y="574"/>
                </a:lnTo>
                <a:lnTo>
                  <a:pt x="692" y="557"/>
                </a:lnTo>
                <a:lnTo>
                  <a:pt x="691" y="540"/>
                </a:lnTo>
                <a:lnTo>
                  <a:pt x="690" y="524"/>
                </a:lnTo>
                <a:lnTo>
                  <a:pt x="689" y="507"/>
                </a:lnTo>
                <a:lnTo>
                  <a:pt x="686" y="491"/>
                </a:lnTo>
                <a:lnTo>
                  <a:pt x="683" y="475"/>
                </a:lnTo>
                <a:lnTo>
                  <a:pt x="679" y="459"/>
                </a:lnTo>
                <a:lnTo>
                  <a:pt x="673" y="444"/>
                </a:lnTo>
                <a:lnTo>
                  <a:pt x="668" y="429"/>
                </a:lnTo>
                <a:lnTo>
                  <a:pt x="661" y="414"/>
                </a:lnTo>
                <a:lnTo>
                  <a:pt x="655" y="400"/>
                </a:lnTo>
                <a:lnTo>
                  <a:pt x="647" y="386"/>
                </a:lnTo>
                <a:lnTo>
                  <a:pt x="639" y="372"/>
                </a:lnTo>
                <a:lnTo>
                  <a:pt x="630" y="359"/>
                </a:lnTo>
                <a:lnTo>
                  <a:pt x="622" y="347"/>
                </a:lnTo>
                <a:lnTo>
                  <a:pt x="612" y="335"/>
                </a:lnTo>
                <a:lnTo>
                  <a:pt x="601" y="323"/>
                </a:lnTo>
                <a:lnTo>
                  <a:pt x="632" y="292"/>
                </a:lnTo>
                <a:lnTo>
                  <a:pt x="642" y="299"/>
                </a:lnTo>
                <a:lnTo>
                  <a:pt x="653" y="307"/>
                </a:lnTo>
                <a:lnTo>
                  <a:pt x="662" y="313"/>
                </a:lnTo>
                <a:lnTo>
                  <a:pt x="673" y="318"/>
                </a:lnTo>
                <a:lnTo>
                  <a:pt x="684" y="322"/>
                </a:lnTo>
                <a:lnTo>
                  <a:pt x="694" y="325"/>
                </a:lnTo>
                <a:lnTo>
                  <a:pt x="704" y="326"/>
                </a:lnTo>
                <a:lnTo>
                  <a:pt x="714" y="327"/>
                </a:lnTo>
                <a:lnTo>
                  <a:pt x="725" y="326"/>
                </a:lnTo>
                <a:lnTo>
                  <a:pt x="735" y="324"/>
                </a:lnTo>
                <a:lnTo>
                  <a:pt x="746" y="322"/>
                </a:lnTo>
                <a:lnTo>
                  <a:pt x="756" y="318"/>
                </a:lnTo>
                <a:lnTo>
                  <a:pt x="765" y="313"/>
                </a:lnTo>
                <a:lnTo>
                  <a:pt x="774" y="308"/>
                </a:lnTo>
                <a:lnTo>
                  <a:pt x="784" y="302"/>
                </a:lnTo>
                <a:lnTo>
                  <a:pt x="792" y="294"/>
                </a:lnTo>
                <a:lnTo>
                  <a:pt x="801" y="287"/>
                </a:lnTo>
                <a:lnTo>
                  <a:pt x="808" y="278"/>
                </a:lnTo>
                <a:lnTo>
                  <a:pt x="816" y="269"/>
                </a:lnTo>
                <a:lnTo>
                  <a:pt x="823" y="261"/>
                </a:lnTo>
                <a:lnTo>
                  <a:pt x="838" y="242"/>
                </a:lnTo>
                <a:lnTo>
                  <a:pt x="850" y="222"/>
                </a:lnTo>
                <a:lnTo>
                  <a:pt x="862" y="202"/>
                </a:lnTo>
                <a:lnTo>
                  <a:pt x="872" y="183"/>
                </a:lnTo>
                <a:lnTo>
                  <a:pt x="881" y="164"/>
                </a:lnTo>
                <a:lnTo>
                  <a:pt x="888" y="147"/>
                </a:lnTo>
                <a:lnTo>
                  <a:pt x="898" y="121"/>
                </a:lnTo>
                <a:lnTo>
                  <a:pt x="903" y="110"/>
                </a:lnTo>
                <a:lnTo>
                  <a:pt x="903" y="106"/>
                </a:lnTo>
                <a:lnTo>
                  <a:pt x="903" y="103"/>
                </a:lnTo>
                <a:lnTo>
                  <a:pt x="902" y="100"/>
                </a:lnTo>
                <a:lnTo>
                  <a:pt x="901" y="9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9"/>
          <p:cNvSpPr txBox="1"/>
          <p:nvPr>
            <p:ph idx="1" type="body"/>
          </p:nvPr>
        </p:nvSpPr>
        <p:spPr>
          <a:xfrm>
            <a:off x="341298" y="199404"/>
            <a:ext cx="11407790" cy="36929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2800"/>
              <a:buFont typeface="Arial"/>
              <a:buNone/>
            </a:pPr>
            <a:r>
              <a:rPr lang="en-US" sz="2000"/>
              <a:t>Challenges and stakeholder mapping</a:t>
            </a:r>
            <a:endParaRPr/>
          </a:p>
        </p:txBody>
      </p:sp>
      <p:sp>
        <p:nvSpPr>
          <p:cNvPr id="348" name="Google Shape;348;p9"/>
          <p:cNvSpPr/>
          <p:nvPr/>
        </p:nvSpPr>
        <p:spPr>
          <a:xfrm>
            <a:off x="354010" y="638516"/>
            <a:ext cx="11395078" cy="653728"/>
          </a:xfrm>
          <a:prstGeom prst="rect">
            <a:avLst/>
          </a:prstGeom>
          <a:noFill/>
          <a:ln>
            <a:noFill/>
          </a:ln>
        </p:spPr>
        <p:txBody>
          <a:bodyPr anchorCtr="0" anchor="t" bIns="45700" lIns="91425" spcFirstLastPara="1" rIns="91425" wrap="square" tIns="45700">
            <a:spAutoFit/>
          </a:bodyPr>
          <a:lstStyle/>
          <a:p>
            <a:pPr indent="0" lvl="0" marL="0" marR="0" rtl="0" algn="l">
              <a:lnSpc>
                <a:spcPct val="114000"/>
              </a:lnSpc>
              <a:spcBef>
                <a:spcPts val="0"/>
              </a:spcBef>
              <a:spcAft>
                <a:spcPts val="0"/>
              </a:spcAft>
              <a:buNone/>
            </a:pPr>
            <a:r>
              <a:rPr b="1" i="0" lang="en-US" sz="1600" u="none" cap="none" strike="noStrike">
                <a:solidFill>
                  <a:srgbClr val="00BFDF"/>
                </a:solidFill>
                <a:latin typeface="Trebuchet MS"/>
                <a:ea typeface="Trebuchet MS"/>
                <a:cs typeface="Trebuchet MS"/>
                <a:sym typeface="Trebuchet MS"/>
              </a:rPr>
              <a:t>A stakeholder is an organization, agency, or individual (private or public) other than your team that has a specific interest in your focus sector and is relevant and/or can support the implementation of your solution</a:t>
            </a:r>
            <a:endParaRPr b="1" i="0" sz="1600" u="none" cap="none" strike="noStrike">
              <a:solidFill>
                <a:srgbClr val="00BFDF"/>
              </a:solidFill>
              <a:latin typeface="Trebuchet MS"/>
              <a:ea typeface="Trebuchet MS"/>
              <a:cs typeface="Trebuchet MS"/>
              <a:sym typeface="Trebuchet MS"/>
            </a:endParaRPr>
          </a:p>
        </p:txBody>
      </p:sp>
      <p:graphicFrame>
        <p:nvGraphicFramePr>
          <p:cNvPr id="349" name="Google Shape;349;p9"/>
          <p:cNvGraphicFramePr/>
          <p:nvPr/>
        </p:nvGraphicFramePr>
        <p:xfrm>
          <a:off x="442910" y="1644804"/>
          <a:ext cx="3000000" cy="3000000"/>
        </p:xfrm>
        <a:graphic>
          <a:graphicData uri="http://schemas.openxmlformats.org/drawingml/2006/table">
            <a:tbl>
              <a:tblPr bandRow="1" firstRow="1">
                <a:noFill/>
                <a:tableStyleId>{99A3DEE3-B77C-4360-BB56-CF169C9F24AC}</a:tableStyleId>
              </a:tblPr>
              <a:tblGrid>
                <a:gridCol w="3913700"/>
                <a:gridCol w="3913700"/>
                <a:gridCol w="3567700"/>
              </a:tblGrid>
              <a:tr h="1495425">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Trebuchet MS"/>
                          <a:ea typeface="Trebuchet MS"/>
                          <a:cs typeface="Trebuchet MS"/>
                          <a:sym typeface="Trebuchet MS"/>
                        </a:rPr>
                        <a:t>Challenges</a:t>
                      </a:r>
                      <a:endParaRPr/>
                    </a:p>
                  </a:txBody>
                  <a:tcPr marT="6350" marB="0" marR="6350" marL="6350" anchor="ctr">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Trebuchet MS"/>
                          <a:ea typeface="Trebuchet MS"/>
                          <a:cs typeface="Trebuchet MS"/>
                          <a:sym typeface="Trebuchet MS"/>
                        </a:rPr>
                        <a:t>Solution</a:t>
                      </a:r>
                      <a:endParaRPr b="0" i="0" sz="1600" u="none" cap="none" strike="noStrike">
                        <a:solidFill>
                          <a:schemeClr val="lt1"/>
                        </a:solidFill>
                        <a:latin typeface="Trebuchet MS"/>
                        <a:ea typeface="Trebuchet MS"/>
                        <a:cs typeface="Trebuchet MS"/>
                        <a:sym typeface="Trebuchet MS"/>
                      </a:endParaRPr>
                    </a:p>
                  </a:txBody>
                  <a:tcPr marT="6350" marB="0" marR="6350" marL="6350" anchor="ctr">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Trebuchet MS"/>
                          <a:ea typeface="Trebuchet MS"/>
                          <a:cs typeface="Trebuchet MS"/>
                          <a:sym typeface="Trebuchet MS"/>
                        </a:rPr>
                        <a:t>Stakeholder</a:t>
                      </a:r>
                      <a:endParaRPr/>
                    </a:p>
                  </a:txBody>
                  <a:tcPr marT="6350" marB="0" marR="6350" marL="6350" anchor="ctr">
                    <a:lnB cap="flat" cmpd="sng" w="9525">
                      <a:solidFill>
                        <a:srgbClr val="000000">
                          <a:alpha val="0"/>
                        </a:srgbClr>
                      </a:solidFill>
                      <a:prstDash val="solid"/>
                      <a:round/>
                      <a:headEnd len="sm" w="sm" type="none"/>
                      <a:tailEnd len="sm" w="sm" type="none"/>
                    </a:lnB>
                  </a:tcPr>
                </a:tc>
              </a:tr>
              <a:tr h="1118200">
                <a:tc>
                  <a:txBody>
                    <a:bodyPr/>
                    <a:lstStyle/>
                    <a:p>
                      <a:pPr indent="0" lvl="0" marL="0" marR="0" rtl="0" algn="l">
                        <a:lnSpc>
                          <a:spcPct val="100000"/>
                        </a:lnSpc>
                        <a:spcBef>
                          <a:spcPts val="0"/>
                        </a:spcBef>
                        <a:spcAft>
                          <a:spcPts val="0"/>
                        </a:spcAft>
                        <a:buNone/>
                      </a:pPr>
                      <a:r>
                        <a:rPr lang="en-US" sz="1300">
                          <a:latin typeface="Trebuchet MS"/>
                          <a:ea typeface="Trebuchet MS"/>
                          <a:cs typeface="Trebuchet MS"/>
                          <a:sym typeface="Trebuchet MS"/>
                        </a:rPr>
                        <a:t>Drivers and SACCO officers may distrust a new digital system, especially those unfamiliar with smartphone apps or formal ID processes.</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a:latin typeface="Trebuchet MS"/>
                          <a:ea typeface="Trebuchet MS"/>
                          <a:cs typeface="Trebuchet MS"/>
                          <a:sym typeface="Trebuchet MS"/>
                        </a:rPr>
                        <a:t>Run pilot enrollments at one willing stage with trusted SACCO leaders as champions. Use peer demonstration rather than top-down instruction.</a:t>
                      </a:r>
                      <a:endParaRPr sz="1300" u="none" cap="none" strike="noStrike">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300">
                          <a:latin typeface="Trebuchet MS"/>
                          <a:ea typeface="Trebuchet MS"/>
                          <a:cs typeface="Trebuchet MS"/>
                          <a:sym typeface="Trebuchet MS"/>
                        </a:rPr>
                        <a:t>Boda-boda SACCOs and transport stage associations such as the Boda Boda Association of Kenya and UTODA in Uganda.</a:t>
                      </a:r>
                      <a:endParaRPr sz="1300" u="none" cap="none" strike="noStrike">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accent2"/>
                      </a:solidFill>
                      <a:prstDash val="solid"/>
                      <a:round/>
                      <a:headEnd len="sm" w="sm" type="none"/>
                      <a:tailEnd len="sm" w="sm" type="none"/>
                    </a:lnB>
                  </a:tcPr>
                </a:tc>
              </a:tr>
              <a:tr h="1370075">
                <a:tc>
                  <a:txBody>
                    <a:bodyPr/>
                    <a:lstStyle/>
                    <a:p>
                      <a:pPr indent="0" lvl="0" marL="0" marR="0" rtl="0" algn="l">
                        <a:lnSpc>
                          <a:spcPct val="100000"/>
                        </a:lnSpc>
                        <a:spcBef>
                          <a:spcPts val="0"/>
                        </a:spcBef>
                        <a:spcAft>
                          <a:spcPts val="0"/>
                        </a:spcAft>
                        <a:buClr>
                          <a:srgbClr val="000000"/>
                        </a:buClr>
                        <a:buSzPts val="1300"/>
                        <a:buFont typeface="Arial"/>
                        <a:buNone/>
                      </a:pPr>
                      <a:r>
                        <a:rPr lang="en-US" sz="1300">
                          <a:solidFill>
                            <a:srgbClr val="595959"/>
                          </a:solidFill>
                          <a:latin typeface="Trebuchet MS"/>
                          <a:ea typeface="Trebuchet MS"/>
                          <a:cs typeface="Trebuchet MS"/>
                          <a:sym typeface="Trebuchet MS"/>
                        </a:rPr>
                        <a:t>National ID coverage is incomplete in some areas, meaning not all operators can be enrolled immediately.</a:t>
                      </a:r>
                      <a:endParaRPr b="0" i="0" sz="1300" u="none" cap="none" strike="noStrike">
                        <a:solidFill>
                          <a:srgbClr val="595959"/>
                        </a:solidFill>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300">
                          <a:latin typeface="Trebuchet MS"/>
                          <a:ea typeface="Trebuchet MS"/>
                          <a:cs typeface="Trebuchet MS"/>
                          <a:sym typeface="Trebuchet MS"/>
                        </a:rPr>
                        <a:t>Allow phased enrollment starting with operators who already have national IDs, while partnering with ID authorities to fast-track registration for the unregistered.</a:t>
                      </a:r>
                      <a:endParaRPr sz="1300" u="none" cap="none" strike="noStrike">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a:solidFill>
                            <a:srgbClr val="595959"/>
                          </a:solidFill>
                          <a:latin typeface="Trebuchet MS"/>
                          <a:ea typeface="Trebuchet MS"/>
                          <a:cs typeface="Trebuchet MS"/>
                          <a:sym typeface="Trebuchet MS"/>
                        </a:rPr>
                        <a:t>National identity agencies such as Kenya's NIIMS, Uganda's NIRA, and Rwanda's NIDA.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10"/>
          <p:cNvSpPr txBox="1"/>
          <p:nvPr>
            <p:ph type="ctrTitle"/>
          </p:nvPr>
        </p:nvSpPr>
        <p:spPr>
          <a:xfrm>
            <a:off x="342000" y="4804229"/>
            <a:ext cx="5971714" cy="54177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284181"/>
              </a:buClr>
              <a:buSzPct val="100000"/>
              <a:buFont typeface="Trebuchet MS"/>
              <a:buNone/>
            </a:pPr>
            <a:r>
              <a:rPr lang="en-US"/>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8_Closing Slide">
  <a:themeElements>
    <a:clrScheme name="MicroSave Consulting">
      <a:dk1>
        <a:srgbClr val="595959"/>
      </a:dk1>
      <a:lt1>
        <a:srgbClr val="FFFFFF"/>
      </a:lt1>
      <a:dk2>
        <a:srgbClr val="44546A"/>
      </a:dk2>
      <a:lt2>
        <a:srgbClr val="E7E6E6"/>
      </a:lt2>
      <a:accent1>
        <a:srgbClr val="162856"/>
      </a:accent1>
      <a:accent2>
        <a:srgbClr val="1DB3D6"/>
      </a:accent2>
      <a:accent3>
        <a:srgbClr val="DB6800"/>
      </a:accent3>
      <a:accent4>
        <a:srgbClr val="5C6D99"/>
      </a:accent4>
      <a:accent5>
        <a:srgbClr val="86E2F7"/>
      </a:accent5>
      <a:accent6>
        <a:srgbClr val="F9B87D"/>
      </a:accent6>
      <a:hlink>
        <a:srgbClr val="162856"/>
      </a:hlink>
      <a:folHlink>
        <a:srgbClr val="1DB3D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6_Content Slide">
  <a:themeElements>
    <a:clrScheme name="MSC_Color Palette">
      <a:dk1>
        <a:srgbClr val="595959"/>
      </a:dk1>
      <a:lt1>
        <a:srgbClr val="FFFFFF"/>
      </a:lt1>
      <a:dk2>
        <a:srgbClr val="284181"/>
      </a:dk2>
      <a:lt2>
        <a:srgbClr val="FFFFFF"/>
      </a:lt2>
      <a:accent1>
        <a:srgbClr val="284181"/>
      </a:accent1>
      <a:accent2>
        <a:srgbClr val="00BFDF"/>
      </a:accent2>
      <a:accent3>
        <a:srgbClr val="F79333"/>
      </a:accent3>
      <a:accent4>
        <a:srgbClr val="595959"/>
      </a:accent4>
      <a:accent5>
        <a:srgbClr val="436AB3"/>
      </a:accent5>
      <a:accent6>
        <a:srgbClr val="6ECFE0"/>
      </a:accent6>
      <a:hlink>
        <a:srgbClr val="284181"/>
      </a:hlink>
      <a:folHlink>
        <a:srgbClr val="00BFD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29_Content Slide">
  <a:themeElements>
    <a:clrScheme name="MSC 8 Colors">
      <a:dk1>
        <a:srgbClr val="596359"/>
      </a:dk1>
      <a:lt1>
        <a:srgbClr val="FFFFFF"/>
      </a:lt1>
      <a:dk2>
        <a:srgbClr val="595959"/>
      </a:dk2>
      <a:lt2>
        <a:srgbClr val="E6E7E8"/>
      </a:lt2>
      <a:accent1>
        <a:srgbClr val="284181"/>
      </a:accent1>
      <a:accent2>
        <a:srgbClr val="00BFDF"/>
      </a:accent2>
      <a:accent3>
        <a:srgbClr val="595959"/>
      </a:accent3>
      <a:accent4>
        <a:srgbClr val="939598"/>
      </a:accent4>
      <a:accent5>
        <a:srgbClr val="4369B3"/>
      </a:accent5>
      <a:accent6>
        <a:srgbClr val="6ECFE0"/>
      </a:accent6>
      <a:hlink>
        <a:srgbClr val="284181"/>
      </a:hlink>
      <a:folHlink>
        <a:srgbClr val="59595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2024-06-26T10:00:14Z</dcterms:created>
  <dc:creator>Arnav Nigam</dc:creator>
</cp:coreProperties>
</file>